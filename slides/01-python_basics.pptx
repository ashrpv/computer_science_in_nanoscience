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2593ed3d9a4038" /><Relationship Type="http://schemas.openxmlformats.org/officeDocument/2006/relationships/extended-properties" Target="/docProps/app.xml" Id="R972aab07eb39403c" /><Relationship Type="http://schemas.openxmlformats.org/officeDocument/2006/relationships/officeDocument" Target="/ppt/presentation.xml" Id="R5b073eb63365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4962387044624"/>
  </p:sldMasterIdLst>
  <p:notesMasterIdLst>
    <p:notesMasterId xmlns:r="http://schemas.openxmlformats.org/officeDocument/2006/relationships" r:id="R115c88859f1e4a02"/>
  </p:notesMasterIdLst>
  <p:sldIdLst>
    <p:sldId xmlns:r="http://schemas.openxmlformats.org/officeDocument/2006/relationships" id="256" r:id="R84dbf08712d14d61"/>
    <p:sldId xmlns:r="http://schemas.openxmlformats.org/officeDocument/2006/relationships" id="257" r:id="Rc1e902276ce04f7c"/>
    <p:sldId xmlns:r="http://schemas.openxmlformats.org/officeDocument/2006/relationships" id="258" r:id="R4e3a11c95e834ef4"/>
    <p:sldId xmlns:r="http://schemas.openxmlformats.org/officeDocument/2006/relationships" id="259" r:id="Rca15c2638591421d"/>
    <p:sldId xmlns:r="http://schemas.openxmlformats.org/officeDocument/2006/relationships" id="260" r:id="R9de278d145d34a52"/>
    <p:sldId xmlns:r="http://schemas.openxmlformats.org/officeDocument/2006/relationships" id="261" r:id="R36a8bf0b917641bf"/>
    <p:sldId xmlns:r="http://schemas.openxmlformats.org/officeDocument/2006/relationships" id="262" r:id="R02928aef1e624b34"/>
    <p:sldId xmlns:r="http://schemas.openxmlformats.org/officeDocument/2006/relationships" id="263" r:id="R77adf97d037b4b66"/>
    <p:sldId xmlns:r="http://schemas.openxmlformats.org/officeDocument/2006/relationships" id="264" r:id="Rb4edd2cd176449f2"/>
    <p:sldId xmlns:r="http://schemas.openxmlformats.org/officeDocument/2006/relationships" id="265" r:id="Rb3df1951a8b3439e"/>
    <p:sldId xmlns:r="http://schemas.openxmlformats.org/officeDocument/2006/relationships" id="266" r:id="Rafb13540ebd74860"/>
    <p:sldId xmlns:r="http://schemas.openxmlformats.org/officeDocument/2006/relationships" id="267" r:id="R616c381a80e044d7"/>
    <p:sldId xmlns:r="http://schemas.openxmlformats.org/officeDocument/2006/relationships" id="268" r:id="R7d3cd130257640df"/>
    <p:sldId xmlns:r="http://schemas.openxmlformats.org/officeDocument/2006/relationships" id="269" r:id="Rc8f766934978431e"/>
    <p:sldId xmlns:r="http://schemas.openxmlformats.org/officeDocument/2006/relationships" id="270" r:id="R8b0d318437094be2"/>
    <p:sldId xmlns:r="http://schemas.openxmlformats.org/officeDocument/2006/relationships" id="271" r:id="Rc2883a344ac546cd"/>
    <p:sldId xmlns:r="http://schemas.openxmlformats.org/officeDocument/2006/relationships" id="272" r:id="Rbe055662072c47aa"/>
    <p:sldId xmlns:r="http://schemas.openxmlformats.org/officeDocument/2006/relationships" id="273" r:id="R8717910c192c41cf"/>
    <p:sldId xmlns:r="http://schemas.openxmlformats.org/officeDocument/2006/relationships" id="274" r:id="R0e74230a20854c2c"/>
    <p:sldId xmlns:r="http://schemas.openxmlformats.org/officeDocument/2006/relationships" id="275" r:id="R2ceaa88c7f4d45c9"/>
    <p:sldId xmlns:r="http://schemas.openxmlformats.org/officeDocument/2006/relationships" id="276" r:id="Rad657e509ef445d2"/>
    <p:sldId xmlns:r="http://schemas.openxmlformats.org/officeDocument/2006/relationships" id="277" r:id="R8e24a3742faa4106"/>
    <p:sldId xmlns:r="http://schemas.openxmlformats.org/officeDocument/2006/relationships" id="278" r:id="R970b7a1ec5b34396"/>
    <p:sldId xmlns:r="http://schemas.openxmlformats.org/officeDocument/2006/relationships" id="279" r:id="R44a922a0516047f8"/>
    <p:sldId xmlns:r="http://schemas.openxmlformats.org/officeDocument/2006/relationships" id="280" r:id="R10de9dd0f34247fb"/>
    <p:sldId xmlns:r="http://schemas.openxmlformats.org/officeDocument/2006/relationships" id="281" r:id="Ra32544734f0e4557"/>
    <p:sldId xmlns:r="http://schemas.openxmlformats.org/officeDocument/2006/relationships" id="282" r:id="R077e52430a5c45c5"/>
    <p:sldId xmlns:r="http://schemas.openxmlformats.org/officeDocument/2006/relationships" id="283" r:id="R62bb2fdbaf9442ca"/>
    <p:sldId xmlns:r="http://schemas.openxmlformats.org/officeDocument/2006/relationships" id="284" r:id="Rc4b0c404b6ac4130"/>
    <p:sldId xmlns:r="http://schemas.openxmlformats.org/officeDocument/2006/relationships" id="285" r:id="Rf6b1039ec9124780"/>
    <p:sldId xmlns:r="http://schemas.openxmlformats.org/officeDocument/2006/relationships" id="286" r:id="R454a2fe6894940eb"/>
    <p:sldId xmlns:r="http://schemas.openxmlformats.org/officeDocument/2006/relationships" id="287" r:id="Ra34c234828fe4a8a"/>
    <p:sldId xmlns:r="http://schemas.openxmlformats.org/officeDocument/2006/relationships" id="288" r:id="R640bac56d87f4909"/>
    <p:sldId xmlns:r="http://schemas.openxmlformats.org/officeDocument/2006/relationships" id="289" r:id="R54d7182ec26f4787"/>
    <p:sldId xmlns:r="http://schemas.openxmlformats.org/officeDocument/2006/relationships" id="290" r:id="R0a435f51ba7f423e"/>
    <p:sldId xmlns:r="http://schemas.openxmlformats.org/officeDocument/2006/relationships" id="291" r:id="R3029f36c039747d0"/>
    <p:sldId xmlns:r="http://schemas.openxmlformats.org/officeDocument/2006/relationships" id="292" r:id="R442ef9cbe9c14d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792bc01f2d4a97" /><Relationship Type="http://schemas.openxmlformats.org/officeDocument/2006/relationships/slideMaster" Target="/ppt/slideMasters/slideMaster1.xml" Id="Rf664962387044624" /><Relationship Type="http://schemas.openxmlformats.org/officeDocument/2006/relationships/notesMaster" Target="/ppt/notesMasters/notesMaster1.xml" Id="R115c88859f1e4a02" /><Relationship Type="http://schemas.openxmlformats.org/officeDocument/2006/relationships/presProps" Target="/ppt/presProps.xml" Id="Re376e9a093724698" /><Relationship Type="http://schemas.openxmlformats.org/officeDocument/2006/relationships/tableStyles" Target="/ppt/tableStyles.xml" Id="R17f78c9eef1b4552" /><Relationship Type="http://schemas.openxmlformats.org/officeDocument/2006/relationships/slide" Target="/ppt/slides/slide1.xml" Id="R84dbf08712d14d61" /><Relationship Type="http://schemas.openxmlformats.org/officeDocument/2006/relationships/slide" Target="/ppt/slides/slide2.xml" Id="Rc1e902276ce04f7c" /><Relationship Type="http://schemas.openxmlformats.org/officeDocument/2006/relationships/slide" Target="/ppt/slides/slide3.xml" Id="R4e3a11c95e834ef4" /><Relationship Type="http://schemas.openxmlformats.org/officeDocument/2006/relationships/slide" Target="/ppt/slides/slide4.xml" Id="Rca15c2638591421d" /><Relationship Type="http://schemas.openxmlformats.org/officeDocument/2006/relationships/slide" Target="/ppt/slides/slide5.xml" Id="R9de278d145d34a52" /><Relationship Type="http://schemas.openxmlformats.org/officeDocument/2006/relationships/slide" Target="/ppt/slides/slide6.xml" Id="R36a8bf0b917641bf" /><Relationship Type="http://schemas.openxmlformats.org/officeDocument/2006/relationships/slide" Target="/ppt/slides/slide7.xml" Id="R02928aef1e624b34" /><Relationship Type="http://schemas.openxmlformats.org/officeDocument/2006/relationships/slide" Target="/ppt/slides/slide8.xml" Id="R77adf97d037b4b66" /><Relationship Type="http://schemas.openxmlformats.org/officeDocument/2006/relationships/slide" Target="/ppt/slides/slide9.xml" Id="Rb4edd2cd176449f2" /><Relationship Type="http://schemas.openxmlformats.org/officeDocument/2006/relationships/slide" Target="/ppt/slides/slide10.xml" Id="Rb3df1951a8b3439e" /><Relationship Type="http://schemas.openxmlformats.org/officeDocument/2006/relationships/slide" Target="/ppt/slides/slide11.xml" Id="Rafb13540ebd74860" /><Relationship Type="http://schemas.openxmlformats.org/officeDocument/2006/relationships/slide" Target="/ppt/slides/slide12.xml" Id="R616c381a80e044d7" /><Relationship Type="http://schemas.openxmlformats.org/officeDocument/2006/relationships/slide" Target="/ppt/slides/slide13.xml" Id="R7d3cd130257640df" /><Relationship Type="http://schemas.openxmlformats.org/officeDocument/2006/relationships/slide" Target="/ppt/slides/slide14.xml" Id="Rc8f766934978431e" /><Relationship Type="http://schemas.openxmlformats.org/officeDocument/2006/relationships/slide" Target="/ppt/slides/slide15.xml" Id="R8b0d318437094be2" /><Relationship Type="http://schemas.openxmlformats.org/officeDocument/2006/relationships/slide" Target="/ppt/slides/slide16.xml" Id="Rc2883a344ac546cd" /><Relationship Type="http://schemas.openxmlformats.org/officeDocument/2006/relationships/slide" Target="/ppt/slides/slide17.xml" Id="Rbe055662072c47aa" /><Relationship Type="http://schemas.openxmlformats.org/officeDocument/2006/relationships/slide" Target="/ppt/slides/slide18.xml" Id="R8717910c192c41cf" /><Relationship Type="http://schemas.openxmlformats.org/officeDocument/2006/relationships/slide" Target="/ppt/slides/slide19.xml" Id="R0e74230a20854c2c" /><Relationship Type="http://schemas.openxmlformats.org/officeDocument/2006/relationships/slide" Target="/ppt/slides/slide20.xml" Id="R2ceaa88c7f4d45c9" /><Relationship Type="http://schemas.openxmlformats.org/officeDocument/2006/relationships/slide" Target="/ppt/slides/slide21.xml" Id="Rad657e509ef445d2" /><Relationship Type="http://schemas.openxmlformats.org/officeDocument/2006/relationships/slide" Target="/ppt/slides/slide22.xml" Id="R8e24a3742faa4106" /><Relationship Type="http://schemas.openxmlformats.org/officeDocument/2006/relationships/slide" Target="/ppt/slides/slide23.xml" Id="R970b7a1ec5b34396" /><Relationship Type="http://schemas.openxmlformats.org/officeDocument/2006/relationships/slide" Target="/ppt/slides/slide24.xml" Id="R44a922a0516047f8" /><Relationship Type="http://schemas.openxmlformats.org/officeDocument/2006/relationships/slide" Target="/ppt/slides/slide25.xml" Id="R10de9dd0f34247fb" /><Relationship Type="http://schemas.openxmlformats.org/officeDocument/2006/relationships/slide" Target="/ppt/slides/slide26.xml" Id="Ra32544734f0e4557" /><Relationship Type="http://schemas.openxmlformats.org/officeDocument/2006/relationships/slide" Target="/ppt/slides/slide27.xml" Id="R077e52430a5c45c5" /><Relationship Type="http://schemas.openxmlformats.org/officeDocument/2006/relationships/slide" Target="/ppt/slides/slide28.xml" Id="R62bb2fdbaf9442ca" /><Relationship Type="http://schemas.openxmlformats.org/officeDocument/2006/relationships/slide" Target="/ppt/slides/slide29.xml" Id="Rc4b0c404b6ac4130" /><Relationship Type="http://schemas.openxmlformats.org/officeDocument/2006/relationships/slide" Target="/ppt/slides/slide30.xml" Id="Rf6b1039ec9124780" /><Relationship Type="http://schemas.openxmlformats.org/officeDocument/2006/relationships/slide" Target="/ppt/slides/slide31.xml" Id="R454a2fe6894940eb" /><Relationship Type="http://schemas.openxmlformats.org/officeDocument/2006/relationships/slide" Target="/ppt/slides/slide32.xml" Id="Ra34c234828fe4a8a" /><Relationship Type="http://schemas.openxmlformats.org/officeDocument/2006/relationships/slide" Target="/ppt/slides/slide33.xml" Id="R640bac56d87f4909" /><Relationship Type="http://schemas.openxmlformats.org/officeDocument/2006/relationships/slide" Target="/ppt/slides/slide34.xml" Id="R54d7182ec26f4787" /><Relationship Type="http://schemas.openxmlformats.org/officeDocument/2006/relationships/slide" Target="/ppt/slides/slide35.xml" Id="R0a435f51ba7f423e" /><Relationship Type="http://schemas.openxmlformats.org/officeDocument/2006/relationships/slide" Target="/ppt/slides/slide36.xml" Id="R3029f36c039747d0" /><Relationship Type="http://schemas.openxmlformats.org/officeDocument/2006/relationships/slide" Target="/ppt/slides/slide37.xml" Id="R442ef9cbe9c1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68f7b040ed45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285b69e9247fd" /><Relationship Type="http://schemas.openxmlformats.org/officeDocument/2006/relationships/notesMaster" Target="/ppt/notesMasters/notesMaster1.xml" Id="R5d1e5882df4849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dc8f28d2dd48f0" /><Relationship Type="http://schemas.openxmlformats.org/officeDocument/2006/relationships/notesMaster" Target="/ppt/notesMasters/notesMaster1.xml" Id="Rebbdf88c120641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08e0923bf4f41" /><Relationship Type="http://schemas.openxmlformats.org/officeDocument/2006/relationships/notesMaster" Target="/ppt/notesMasters/notesMaster1.xml" Id="R799fad382ecf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1626e3a644214" /><Relationship Type="http://schemas.openxmlformats.org/officeDocument/2006/relationships/notesMaster" Target="/ppt/notesMasters/notesMaster1.xml" Id="R76d02913445f49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5be03f06f24656" /><Relationship Type="http://schemas.openxmlformats.org/officeDocument/2006/relationships/notesMaster" Target="/ppt/notesMasters/notesMaster1.xml" Id="Rd39442fee01f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01fd0588034286" /><Relationship Type="http://schemas.openxmlformats.org/officeDocument/2006/relationships/notesMaster" Target="/ppt/notesMasters/notesMaster1.xml" Id="Rd47568f14b3445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99b28227674cf0" /><Relationship Type="http://schemas.openxmlformats.org/officeDocument/2006/relationships/notesMaster" Target="/ppt/notesMasters/notesMaster1.xml" Id="R212cb155cd2b4b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1bd86f11f4dad" /><Relationship Type="http://schemas.openxmlformats.org/officeDocument/2006/relationships/notesMaster" Target="/ppt/notesMasters/notesMaster1.xml" Id="Re86816c16cf343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a88bd178ce4c2e" /><Relationship Type="http://schemas.openxmlformats.org/officeDocument/2006/relationships/notesMaster" Target="/ppt/notesMasters/notesMaster1.xml" Id="Rcf6872cd24494a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e03ef884454f32" /><Relationship Type="http://schemas.openxmlformats.org/officeDocument/2006/relationships/notesMaster" Target="/ppt/notesMasters/notesMaster1.xml" Id="R821204dd408a44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8a6dc5ae66426d" /><Relationship Type="http://schemas.openxmlformats.org/officeDocument/2006/relationships/notesMaster" Target="/ppt/notesMasters/notesMaster1.xml" Id="Ra8e78ce2e04746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8cb6f81a14cbb" /><Relationship Type="http://schemas.openxmlformats.org/officeDocument/2006/relationships/notesMaster" Target="/ppt/notesMasters/notesMaster1.xml" Id="Rff834dc37ab641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08cbcb6a624687" /><Relationship Type="http://schemas.openxmlformats.org/officeDocument/2006/relationships/notesMaster" Target="/ppt/notesMasters/notesMaster1.xml" Id="R942fc7ceb3c746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a497e15ec44538" /><Relationship Type="http://schemas.openxmlformats.org/officeDocument/2006/relationships/notesMaster" Target="/ppt/notesMasters/notesMaster1.xml" Id="R3c246bcfdf9f42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000122425b445c" /><Relationship Type="http://schemas.openxmlformats.org/officeDocument/2006/relationships/notesMaster" Target="/ppt/notesMasters/notesMaster1.xml" Id="Rfccc19162eaa45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92be57fd43408f" /><Relationship Type="http://schemas.openxmlformats.org/officeDocument/2006/relationships/notesMaster" Target="/ppt/notesMasters/notesMaster1.xml" Id="R90ac6aacdcc740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4e924444f14d2f" /><Relationship Type="http://schemas.openxmlformats.org/officeDocument/2006/relationships/notesMaster" Target="/ppt/notesMasters/notesMaster1.xml" Id="R414874c7335d45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a5bb20d1724918" /><Relationship Type="http://schemas.openxmlformats.org/officeDocument/2006/relationships/notesMaster" Target="/ppt/notesMasters/notesMaster1.xml" Id="Rcad17eec34fc46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10077511be4e6a" /><Relationship Type="http://schemas.openxmlformats.org/officeDocument/2006/relationships/notesMaster" Target="/ppt/notesMasters/notesMaster1.xml" Id="Rea1bdd356d2a41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9460856e634f60" /><Relationship Type="http://schemas.openxmlformats.org/officeDocument/2006/relationships/notesMaster" Target="/ppt/notesMasters/notesMaster1.xml" Id="R862a4693bb5c47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28df4e10354c01" /><Relationship Type="http://schemas.openxmlformats.org/officeDocument/2006/relationships/notesMaster" Target="/ppt/notesMasters/notesMaster1.xml" Id="Rcccdb50e27094b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bbea3678244649" /><Relationship Type="http://schemas.openxmlformats.org/officeDocument/2006/relationships/notesMaster" Target="/ppt/notesMasters/notesMaster1.xml" Id="Rc054c8aa2b0845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00f9d67e424d0e" /><Relationship Type="http://schemas.openxmlformats.org/officeDocument/2006/relationships/notesMaster" Target="/ppt/notesMasters/notesMaster1.xml" Id="R396edb799ebd4a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d5360252544b0a" /><Relationship Type="http://schemas.openxmlformats.org/officeDocument/2006/relationships/notesMaster" Target="/ppt/notesMasters/notesMaster1.xml" Id="R792523d7dc4243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d95d71bd7ed4c11" /><Relationship Type="http://schemas.openxmlformats.org/officeDocument/2006/relationships/notesMaster" Target="/ppt/notesMasters/notesMaster1.xml" Id="Re2dd1cbad96748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8adc7b91b74838" /><Relationship Type="http://schemas.openxmlformats.org/officeDocument/2006/relationships/notesMaster" Target="/ppt/notesMasters/notesMaster1.xml" Id="Rf8ab717b18024d8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cd17017e6646a2" /><Relationship Type="http://schemas.openxmlformats.org/officeDocument/2006/relationships/notesMaster" Target="/ppt/notesMasters/notesMaster1.xml" Id="R11ada37185f84f3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e8451f07744276" /><Relationship Type="http://schemas.openxmlformats.org/officeDocument/2006/relationships/notesMaster" Target="/ppt/notesMasters/notesMaster1.xml" Id="Re9b6e062dd9b45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5464a30b914323" /><Relationship Type="http://schemas.openxmlformats.org/officeDocument/2006/relationships/notesMaster" Target="/ppt/notesMasters/notesMaster1.xml" Id="R72d1e3b5f51045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cdb22f3cf14c9a" /><Relationship Type="http://schemas.openxmlformats.org/officeDocument/2006/relationships/notesMaster" Target="/ppt/notesMasters/notesMaster1.xml" Id="R90d6907be74248b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0efe0a25b544370" /><Relationship Type="http://schemas.openxmlformats.org/officeDocument/2006/relationships/notesMaster" Target="/ppt/notesMasters/notesMaster1.xml" Id="Rf2fd1413f2534e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2aa28839cb4b88" /><Relationship Type="http://schemas.openxmlformats.org/officeDocument/2006/relationships/notesMaster" Target="/ppt/notesMasters/notesMaster1.xml" Id="R28bf4b20c8764d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f4df61aa0d4c26" /><Relationship Type="http://schemas.openxmlformats.org/officeDocument/2006/relationships/notesMaster" Target="/ppt/notesMasters/notesMaster1.xml" Id="R56dd2ce1303e44d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94d5a016cc40be" /><Relationship Type="http://schemas.openxmlformats.org/officeDocument/2006/relationships/notesMaster" Target="/ppt/notesMasters/notesMaster1.xml" Id="Rf9f91c8e340940b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b04fa1e6cf4fbe" /><Relationship Type="http://schemas.openxmlformats.org/officeDocument/2006/relationships/notesMaster" Target="/ppt/notesMasters/notesMaster1.xml" Id="R9eebc9400a68446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2ac8a66f1645a1" /><Relationship Type="http://schemas.openxmlformats.org/officeDocument/2006/relationships/notesMaster" Target="/ppt/notesMasters/notesMaster1.xml" Id="R7d348ab8506d467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c15f26bd3ff4191" /><Relationship Type="http://schemas.openxmlformats.org/officeDocument/2006/relationships/notesMaster" Target="/ppt/notesMasters/notesMaster1.xml" Id="Rc83f8caf0454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eb0468a8c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1505009734761" /><Relationship Type="http://schemas.openxmlformats.org/officeDocument/2006/relationships/slideLayout" Target="/ppt/slideLayouts/slideLayout1.xml" Id="R33d94ab0077d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94ab0077d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b7a5e32ec4bcb" /><Relationship Type="http://schemas.openxmlformats.org/officeDocument/2006/relationships/image" Target="/ppt/media/image.png" Id="R8f1fbbd11e294329" /><Relationship Type="http://schemas.openxmlformats.org/officeDocument/2006/relationships/notesSlide" Target="/ppt/notesSlides/notesSlide1.xml" Id="R38b71c126b1d4f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7b59be1784db2" /><Relationship Type="http://schemas.openxmlformats.org/officeDocument/2006/relationships/notesSlide" Target="/ppt/notesSlides/notesSlide2.xml" Id="R31944908a9a0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a5bbd9bf44cc" /><Relationship Type="http://schemas.openxmlformats.org/officeDocument/2006/relationships/notesSlide" Target="/ppt/notesSlides/notesSlide3.xml" Id="Reb7bd0dd5739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19295cfbc44c7" /><Relationship Type="http://schemas.openxmlformats.org/officeDocument/2006/relationships/notesSlide" Target="/ppt/notesSlides/notesSlide4.xml" Id="R4b8e87175f9c4c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858a748443e9" /><Relationship Type="http://schemas.openxmlformats.org/officeDocument/2006/relationships/notesSlide" Target="/ppt/notesSlides/notesSlide5.xml" Id="Rfd64d6d113e4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42997f38a4ca2" /><Relationship Type="http://schemas.openxmlformats.org/officeDocument/2006/relationships/notesSlide" Target="/ppt/notesSlides/notesSlide6.xml" Id="R6b4253a4e69a4a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aa5dc96841f5" /><Relationship Type="http://schemas.openxmlformats.org/officeDocument/2006/relationships/notesSlide" Target="/ppt/notesSlides/notesSlide7.xml" Id="R4781b56e2d484f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24f9ffd5e46d8" /><Relationship Type="http://schemas.openxmlformats.org/officeDocument/2006/relationships/notesSlide" Target="/ppt/notesSlides/notesSlide8.xml" Id="R8b7c8fa2d62b48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934a334db43cc" /><Relationship Type="http://schemas.openxmlformats.org/officeDocument/2006/relationships/notesSlide" Target="/ppt/notesSlides/notesSlide9.xml" Id="R79460a31b6144c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08e0ad5d4360" /><Relationship Type="http://schemas.openxmlformats.org/officeDocument/2006/relationships/notesSlide" Target="/ppt/notesSlides/notesSlide10.xml" Id="Rec8e47236804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d145447d4f6b" /><Relationship Type="http://schemas.openxmlformats.org/officeDocument/2006/relationships/notesSlide" Target="/ppt/notesSlides/notesSlide11.xml" Id="R86d0595916214e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ebcd7cc24637" /><Relationship Type="http://schemas.openxmlformats.org/officeDocument/2006/relationships/notesSlide" Target="/ppt/notesSlides/notesSlide12.xml" Id="R2cceff9cba9045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23216fc44667" /><Relationship Type="http://schemas.openxmlformats.org/officeDocument/2006/relationships/notesSlide" Target="/ppt/notesSlides/notesSlide13.xml" Id="Rd628bc6459ba4c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1519289364478" /><Relationship Type="http://schemas.openxmlformats.org/officeDocument/2006/relationships/notesSlide" Target="/ppt/notesSlides/notesSlide14.xml" Id="R5bb8f822eb5a48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405534b554647" /><Relationship Type="http://schemas.openxmlformats.org/officeDocument/2006/relationships/notesSlide" Target="/ppt/notesSlides/notesSlide15.xml" Id="R40cd4fc1614f41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c280d04de463e" /><Relationship Type="http://schemas.openxmlformats.org/officeDocument/2006/relationships/notesSlide" Target="/ppt/notesSlides/notesSlide16.xml" Id="R9c3e966dd61048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fe4e677434b8c" /><Relationship Type="http://schemas.openxmlformats.org/officeDocument/2006/relationships/notesSlide" Target="/ppt/notesSlides/notesSlide17.xml" Id="R64bfdcff558342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29fbdeee408e" /><Relationship Type="http://schemas.openxmlformats.org/officeDocument/2006/relationships/notesSlide" Target="/ppt/notesSlides/notesSlide18.xml" Id="Rd7afb08bb7e141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33d14046a449b" /><Relationship Type="http://schemas.openxmlformats.org/officeDocument/2006/relationships/notesSlide" Target="/ppt/notesSlides/notesSlide19.xml" Id="Rbfc8e6956a1242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64840c2b24acc" /><Relationship Type="http://schemas.openxmlformats.org/officeDocument/2006/relationships/notesSlide" Target="/ppt/notesSlides/notesSlide20.xml" Id="R45c58763cdba49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5d50ca0174293" /><Relationship Type="http://schemas.openxmlformats.org/officeDocument/2006/relationships/notesSlide" Target="/ppt/notesSlides/notesSlide21.xml" Id="R6eb6645042dc4c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6e5c01a54dc1" /><Relationship Type="http://schemas.openxmlformats.org/officeDocument/2006/relationships/notesSlide" Target="/ppt/notesSlides/notesSlide22.xml" Id="R6ea405c72daf4e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d642d1224b77" /><Relationship Type="http://schemas.openxmlformats.org/officeDocument/2006/relationships/notesSlide" Target="/ppt/notesSlides/notesSlide23.xml" Id="R12559daa5d3445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b536283cf49a1" /><Relationship Type="http://schemas.openxmlformats.org/officeDocument/2006/relationships/notesSlide" Target="/ppt/notesSlides/notesSlide24.xml" Id="R50c0646fe77640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4e46de224cad" /><Relationship Type="http://schemas.openxmlformats.org/officeDocument/2006/relationships/notesSlide" Target="/ppt/notesSlides/notesSlide25.xml" Id="R62e6fc0ad58248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8e16766be476e" /><Relationship Type="http://schemas.openxmlformats.org/officeDocument/2006/relationships/notesSlide" Target="/ppt/notesSlides/notesSlide26.xml" Id="Rad595730611c45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d74e288647c5" /><Relationship Type="http://schemas.openxmlformats.org/officeDocument/2006/relationships/notesSlide" Target="/ppt/notesSlides/notesSlide27.xml" Id="Rae6cc0caa5964a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8f6ad63b24b09" /><Relationship Type="http://schemas.openxmlformats.org/officeDocument/2006/relationships/notesSlide" Target="/ppt/notesSlides/notesSlide28.xml" Id="Rf4bf60f8919e4f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69f21f8648cb" /><Relationship Type="http://schemas.openxmlformats.org/officeDocument/2006/relationships/notesSlide" Target="/ppt/notesSlides/notesSlide29.xml" Id="Rb4a5e77164b24e0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b5d0f648402c" /><Relationship Type="http://schemas.openxmlformats.org/officeDocument/2006/relationships/notesSlide" Target="/ppt/notesSlides/notesSlide30.xml" Id="R3bb380b5046843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01794a5234e53" /><Relationship Type="http://schemas.openxmlformats.org/officeDocument/2006/relationships/notesSlide" Target="/ppt/notesSlides/notesSlide31.xml" Id="R9e915e9974ce4a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c45cbdc1d4235" /><Relationship Type="http://schemas.openxmlformats.org/officeDocument/2006/relationships/notesSlide" Target="/ppt/notesSlides/notesSlide32.xml" Id="Rc6b1cf9d7b2f40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ea22572e74c15" /><Relationship Type="http://schemas.openxmlformats.org/officeDocument/2006/relationships/notesSlide" Target="/ppt/notesSlides/notesSlide33.xml" Id="Rb34d05b81e7b44c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f2aa6f9d413e" /><Relationship Type="http://schemas.openxmlformats.org/officeDocument/2006/relationships/notesSlide" Target="/ppt/notesSlides/notesSlide34.xml" Id="Rf869776cb5474d7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da1008c14234" /><Relationship Type="http://schemas.openxmlformats.org/officeDocument/2006/relationships/notesSlide" Target="/ppt/notesSlides/notesSlide35.xml" Id="Rc030653aa15e48f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dec551d724fe2" /><Relationship Type="http://schemas.openxmlformats.org/officeDocument/2006/relationships/notesSlide" Target="/ppt/notesSlides/notesSlide36.xml" Id="Re96ab43a853946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2406b43cc4eb5" /><Relationship Type="http://schemas.openxmlformats.org/officeDocument/2006/relationships/notesSlide" Target="/ppt/notesSlides/notesSlide37.xml" Id="Rccd2f3ff51484a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fbbd11e294329"/>
          <a:stretch xmlns:a="http://schemas.openxmlformats.org/drawingml/2006/main"/>
        </p:blipFill>
        <p:spPr>
          <a:xfrm xmlns:a="http://schemas.openxmlformats.org/drawingml/2006/main">
            <a:off x="8172450" y="595083"/>
            <a:ext cx="3067050" cy="86723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63C6A-B963-4A2C-A235-738AD41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4129A-9F11-4DB6-B60E-709FDE4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Основы языка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EAD4-BAFB-46FE-A7E0-7525ED4C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Лекция 1. Значения, коллекции, управление потоком и функции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3C101-8D0F-40C0-A838-E387917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Примеры актуализированы для Python 3</a:t>
            </a:r>
          </a:p>
        </p:txBody>
      </p:sp>
    </p:spTree>
    <p:extLst>
      <p:ext uri="{BB962C8B-B14F-4D97-AF65-F5344CB8AC3E}">
        <p14:creationId xmlns:p14="http://schemas.microsoft.com/office/powerpoint/2010/main" val="979375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048E6-27A6-4874-B92A-23F1D966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88AF9-7244-4505-B220-F93DFA52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44DFF-620F-44D0-A637-93A2CB0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и философия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68B7F-F083-4518-86DF-13903614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Читаемый код, явные решения и практичность</a:t>
            </a:r>
          </a:p>
        </p:txBody>
      </p:sp>
    </p:spTree>
    <p:extLst>
      <p:ext uri="{BB962C8B-B14F-4D97-AF65-F5344CB8AC3E}">
        <p14:creationId xmlns:p14="http://schemas.microsoft.com/office/powerpoint/2010/main" val="1205338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F925F-DADC-48B7-A549-AB73A87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CD5A0-EC62-49D9-B4C7-41E6509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ФИЛОСОФИЯ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EB59A-5270-4882-A147-B045268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Несколько принципов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97A7E-0E45-4610-8B14-2C5A0726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90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11DE-8B41-4CDD-A70C-02FC43C0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90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Красивое лучше уродливого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CD6AF-C64A-4CDA-B7B6-590697B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240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EE046-62F6-4D09-92A9-38E361E0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DC97A-77F6-4419-BE9D-C38CFE1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33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Явное лучше неявного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8769-A00D-4B69-8CF8-662F4B13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670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CE373-5837-4161-ADCA-2D9F0630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2BDF7-3B22-4C14-AE36-17C9DBF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Простое лучше сложного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6B947-EA66-419E-996B-A3E0C221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68338-8BC4-4323-B7C8-608A61EC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4A6A6-0047-4A75-9A2D-E17E79C6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19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Читаемость имеет значение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13224-B85C-42D8-A113-43769DB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EC244-3C6C-438A-ADDA-FFB5C78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7A0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A0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AD799-2659-4227-A577-32F729E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Ошибки не должны проходить незаметно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0AE08-BB77-40AA-BDBA-6997A320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DC948-9960-4B12-AD03-C061310A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D3F8A-8DC8-4427-89DF-9DD741C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Пространства имён помогают организовать код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F1931-9DB6-4353-8A58-DF1DEAE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67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Полный список можно вывести командой import this</a:t>
            </a:r>
          </a:p>
        </p:txBody>
      </p:sp>
    </p:spTree>
    <p:extLst>
      <p:ext uri="{BB962C8B-B14F-4D97-AF65-F5344CB8AC3E}">
        <p14:creationId xmlns:p14="http://schemas.microsoft.com/office/powerpoint/2010/main" val="1241986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B131E-789E-4ED1-98E2-6370514E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3AA58-E9CE-4E69-8CEC-962FC7A9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НАЧАЛО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39B9C-7DFC-45EC-919F-04C71668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Первая программа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A8C0B-3006-4496-9E65-01DD5548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361950" tIns="419100" rIns="285750" bIns="2286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"Hello, world!"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25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Hello, world!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4E716-FCB1-4FB2-9FBA-7351AF1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print() выводит текст в стандартный поток вывода</a:t>
            </a:r>
          </a:p>
        </p:txBody>
      </p:sp>
    </p:spTree>
    <p:extLst>
      <p:ext uri="{BB962C8B-B14F-4D97-AF65-F5344CB8AC3E}">
        <p14:creationId xmlns:p14="http://schemas.microsoft.com/office/powerpoint/2010/main" val="2087090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C99C9-9A42-4541-B06D-7259B96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E05F0-310D-418E-953E-B05A08D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НАЧАЛО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07B6B-7C7F-431B-AE25-81DF46D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Комментарии и docstring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40F7-27EF-4990-A0F4-83985FD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329565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Однострочный комментарий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area(radius):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""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"Возвращает площадь круга."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""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3.14159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radius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311F3-7DBC-466A-B21D-0E76E8B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5052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Комментарий начинается с #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Тройные кавычки создают строку, а не специальный комментарий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Строка в начале функции, класса или модуля становится docstring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095F-1DD7-4D1D-A6E0-07654EF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Код объясняет, что происходит. Комментарий помогает понять причину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430316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B3911-81CE-4C30-8B93-BB148B8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7E761-E29F-425A-A562-6C7B52B7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DBE72-43CE-4324-B36D-0061C4E1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Переменные и значения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1CC2-C3EE-4F75-AEF3-BA75AF37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Имена ссылаются на объекты, а тип принадлежит объекту</a:t>
            </a:r>
          </a:p>
        </p:txBody>
      </p:sp>
    </p:spTree>
    <p:extLst>
      <p:ext uri="{BB962C8B-B14F-4D97-AF65-F5344CB8AC3E}">
        <p14:creationId xmlns:p14="http://schemas.microsoft.com/office/powerpoint/2010/main" val="1016235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FD585-9B45-45DD-A9D6-D32CE7D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9523E-20EE-4528-A27F-78131CFB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ПЕРЕМЕННЫЕ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9BE19-1D81-48D6-8999-E514CF6C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Имена и объекты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D2383-09C6-49E7-8214-41A4B197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667500" cy="33718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23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92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"Hello, I'm "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+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"Python!"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"Hello, I'm Python!"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0327B-693F-4E92-9140-3D7C490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3486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Имя можно связать с объектом без объявления типа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Тип принадлежит объекту, а не переменной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Аннотации типов помогают инструментам, но не меняют модель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750082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D407F-1486-4E32-B89D-FF99890C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4419-1C7E-4CF0-A4E1-5EC6C09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ПЕРЕМЕННЫЕ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5F9B9-6E54-4406-B279-0F0D79B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Функция type()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DC27E-67F7-4397-A837-8C025979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9334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'int'&gt;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"Hello"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'str'&gt;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None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'NoneType'&gt;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'type'&gt;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&lt;class 'type'&gt;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36836-2F32-4B73-B7FE-EA76DDF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Классы тоже являются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1826214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10A9D-107E-4CFE-B4E6-1A69A606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79BE6-038D-4000-9AC2-3F5504C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ЧИСЛА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40689-EB02-4AC7-A402-43EFE81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Числовые типы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BB47-B6C8-418A-B963-E6CB8263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4B9CD3"/>
                </a:solidFill>
                <a:latin typeface="Menlo"/>
                <a:ea typeface="Menlo"/>
                <a:cs typeface="Menlo"/>
              </a:defRPr>
            </a:pPr>
            <a:r>
              <a:rPr sz="2625" b="1" i="0"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A1BE5-5E70-4AC2-959A-AF8B5E0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668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целые числа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A1276-1945-45DA-905A-444A7A49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AB5C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AAB5C6"/>
                </a:solidFill>
                <a:latin typeface="Menlo"/>
                <a:ea typeface="Menlo"/>
                <a:cs typeface="Menlo"/>
              </a:rPr>
              <a:t>42, -7, 10**100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BFDA1-CA4A-45D3-BFFE-AC463BC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982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870FC-03DD-4876-A1EA-142FD3D9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2625" b="1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float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F9FFA-FA9C-4E54-A563-0426D16F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числа с плавающей точкой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F9BAB-7A9F-47DD-8599-5AAD61AC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AB5C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AAB5C6"/>
                </a:solidFill>
                <a:latin typeface="Menlo"/>
                <a:ea typeface="Menlo"/>
                <a:cs typeface="Menlo"/>
              </a:rPr>
              <a:t>3.14, -0.5, 1e6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4560D-881C-43AB-AF7E-1939F09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982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5671E-4CE8-4A11-9306-98F2878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C7A0FF"/>
                </a:solidFill>
                <a:latin typeface="Menlo"/>
                <a:ea typeface="Menlo"/>
                <a:cs typeface="Menlo"/>
              </a:defRPr>
            </a:pPr>
            <a:r>
              <a:rPr sz="2625" b="1" i="0">
                <a:solidFill>
                  <a:srgbClr val="C7A0FF"/>
                </a:solidFill>
                <a:latin typeface="Menlo"/>
                <a:ea typeface="Menlo"/>
                <a:cs typeface="Menlo"/>
              </a:rPr>
              <a:t>complex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87D1E-183F-4B6D-BA6F-38666DC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814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комплексные числа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35A0B-4BB4-4FB3-9BF6-1936DC0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AB5C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AAB5C6"/>
                </a:solidFill>
                <a:latin typeface="Menlo"/>
                <a:ea typeface="Menlo"/>
                <a:cs typeface="Menlo"/>
              </a:rPr>
              <a:t>2 + 3j</a:t>
            </a:r>
          </a:p>
        </p:txBody>
      </p:sp>
    </p:spTree>
    <p:extLst>
      <p:ext uri="{BB962C8B-B14F-4D97-AF65-F5344CB8AC3E}">
        <p14:creationId xmlns:p14="http://schemas.microsoft.com/office/powerpoint/2010/main" val="1783197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5247-9D1C-40BF-BEA8-15B4E6AA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55345-5DAC-4F2C-B571-E78674C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ЧИСЛА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D29D4-2B10-4607-9A7D-6454B6B9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Арифметические операции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1ADB2-DBE2-49CA-999F-C105679F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816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-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7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20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/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2.5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//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%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80CEA-B30F-458C-B51B-32DD3F0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49720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0.1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-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0.3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5.551115123125783e-17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round(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0.1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0.3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2C3CA-FC19-4ED3-BA91-5F5FBF0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937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Двоичная арифметика float не представляет большинство десятичных дробей точно</a:t>
            </a:r>
          </a:p>
        </p:txBody>
      </p:sp>
    </p:spTree>
    <p:extLst>
      <p:ext uri="{BB962C8B-B14F-4D97-AF65-F5344CB8AC3E}">
        <p14:creationId xmlns:p14="http://schemas.microsoft.com/office/powerpoint/2010/main" val="1450110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15A51-9CB8-43C6-BE08-B2D540F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054D7-EACE-40CB-B1A3-42A01B2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ЧИСЛА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E6674-B565-49B5-82E5-78B75C47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Составное присваивание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9905F-5D32-468E-BE92-7D1E50B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90650"/>
            <a:ext cx="83820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+=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-=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-1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*=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-2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**=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/=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1.5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2.6666666666666665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%=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0.6666666666666665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//=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0.0</a:t>
            </a:r>
          </a:p>
        </p:txBody>
      </p:sp>
    </p:spTree>
    <p:extLst>
      <p:ext uri="{BB962C8B-B14F-4D97-AF65-F5344CB8AC3E}">
        <p14:creationId xmlns:p14="http://schemas.microsoft.com/office/powerpoint/2010/main" val="2046462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32A32-1CD3-4690-984D-F74BE4A4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EC7B-42C5-47FC-9062-7C4C450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8BBF3-2315-4B34-BD45-666F6F3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Логика и сравнения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0220-D12D-4940-85BE-328FF432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848100"/>
          </a:xfrm>
          <a:prstGeom xmlns:a="http://schemas.openxmlformats.org/drawingml/2006/main" prst="roundRect">
            <a:avLst>
              <a:gd name="adj" fmla="val 445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not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and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!=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CEFA-DCD7-4893-A595-D532F5A8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8387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&lt;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&gt;=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&lt;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&lt;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&lt;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&gt;=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3D7B8-F016-4F8E-9DE5-5940B5E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Цепочка сравнений читается как 1 &lt; 2 and 2 &lt; 3</a:t>
            </a:r>
          </a:p>
        </p:txBody>
      </p:sp>
    </p:spTree>
    <p:extLst>
      <p:ext uri="{BB962C8B-B14F-4D97-AF65-F5344CB8AC3E}">
        <p14:creationId xmlns:p14="http://schemas.microsoft.com/office/powerpoint/2010/main" val="729446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EEC55-7080-45E6-8689-99A1808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FD2E9-F419-4B13-A7AF-F1B29B8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C880A-02D2-4860-952D-AD89B605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Истинность значений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A53B2-652D-4983-95C3-C1D3DFC1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9A8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9A8B"/>
                </a:solidFill>
                <a:latin typeface="Arial"/>
                <a:ea typeface="Arial"/>
                <a:cs typeface="Arial"/>
              </a:rPr>
              <a:t>Ложные значения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2B252-2F42-493D-AC8A-A0AE6C0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3714750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None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0.0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0j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""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[], {},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F072-C67E-4122-A786-953778D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190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C6136-2CD2-4363-AB3F-1A13701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Остальные значения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08B8F-D647-481C-B24A-5848261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bool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bool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"abc"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bool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bool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FC3F8-DFAE-4B2B-B748-00589028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887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Пустая коллекция ложна. Коллекция с элементами истинна независимо от значений внутри.</a:t>
            </a:r>
          </a:p>
        </p:txBody>
      </p:sp>
    </p:spTree>
    <p:extLst>
      <p:ext uri="{BB962C8B-B14F-4D97-AF65-F5344CB8AC3E}">
        <p14:creationId xmlns:p14="http://schemas.microsoft.com/office/powerpoint/2010/main" val="1797069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BFE32-AF5A-4937-9A7B-8361424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DB29B-AA69-4DA3-8644-44DCB518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BCDB-CBB5-4125-B38C-FF4F420C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Строки и списки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8AB70-A137-4B38-A836-485F78E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Последовательности, индексы, срезы и базовые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679673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F5AEE-B9F2-4372-A187-881E2F0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EDBC-D9CD-41E3-B9C0-4028F8D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СТРОКИ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956C6-306E-4AB0-9C6F-3B56B09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Строки Unicode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2E1D6-8EBF-4442-A4AE-986617E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43050"/>
            <a:ext cx="97917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greeting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"Hello"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group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"wørld"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message = greeting +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 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+ group +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"!"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message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"Hello wørld!"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011D-4535-4CB9-9F5B-D104F1B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Отдельного символьного типа нет: один символ представлен строкой длины 1</a:t>
            </a:r>
          </a:p>
        </p:txBody>
      </p:sp>
    </p:spTree>
    <p:extLst>
      <p:ext uri="{BB962C8B-B14F-4D97-AF65-F5344CB8AC3E}">
        <p14:creationId xmlns:p14="http://schemas.microsoft.com/office/powerpoint/2010/main" val="20084811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EE650-01F3-47F5-949A-407C5952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16411-F5A9-4C54-8751-BBB2AD39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СТРОКИ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B3111-0381-43E4-8AFF-0611F68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Индексирование строки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08DFD-701F-4B91-BE94-CE19B676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3345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"Самолёт"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"С"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"а"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"л"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IndexError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69C72-B6E5-4DAD-BEB7-9C22DD9A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6735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4B9CD3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4B9CD3"/>
                </a:solidFill>
                <a:latin typeface="Menlo"/>
                <a:ea typeface="Menlo"/>
                <a:cs typeface="Menlo"/>
              </a:rPr>
              <a:t>  0   1   2   3   4   5   6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E4EAB-28E1-4458-BB32-DD070D4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4835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F5F7FA"/>
                </a:solidFill>
                <a:latin typeface="Menlo"/>
                <a:ea typeface="Menlo"/>
                <a:cs typeface="Menlo"/>
              </a:rPr>
              <a:t>  С   а   м   о   л   ё   т</a:t>
            </a:r>
          </a:p>
        </p:txBody>
      </p:sp>
    </p:spTree>
    <p:extLst>
      <p:ext uri="{BB962C8B-B14F-4D97-AF65-F5344CB8AC3E}">
        <p14:creationId xmlns:p14="http://schemas.microsoft.com/office/powerpoint/2010/main" val="4402674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91744-CBB3-4F2D-A20E-551F03BD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D8C59-BDA0-4583-A7E1-6059240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СТРОКИ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C517-ACE7-4CDC-A010-0360BD67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Отрицательные индексы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D55EC-50F7-4C6C-93E0-50D1641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3345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"Самолёт"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"т"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"м"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"а"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IndexError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AED33-9A67-472D-A3B5-9BA28EE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6735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 -7  -6  -5  -4  -3  -2  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5472-C14D-4C39-ADF4-C4EC250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4835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F5F7FA"/>
                </a:solidFill>
                <a:latin typeface="Menlo"/>
                <a:ea typeface="Menlo"/>
                <a:cs typeface="Menlo"/>
              </a:rPr>
              <a:t>  С   а   м   о   л   ё   т</a:t>
            </a:r>
          </a:p>
        </p:txBody>
      </p:sp>
    </p:spTree>
    <p:extLst>
      <p:ext uri="{BB962C8B-B14F-4D97-AF65-F5344CB8AC3E}">
        <p14:creationId xmlns:p14="http://schemas.microsoft.com/office/powerpoint/2010/main" val="994909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6D9BC-65A3-40A7-9B39-67939F86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77808-F787-4260-BA52-F2A82240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СТРОКИ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76A4-8ABA-4939-B95B-9FC17143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Срезы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97070-97E5-4E70-BC18-B62A85B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9144000" cy="3600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"Самолёт"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"а"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"олё"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"Сам"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"олёт"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0B6F8-A602-4EBF-AB45-5C094C24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00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Верхняя граница среза не входит в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0343848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40AAB-AC1D-411C-89DD-7B60C7E3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8181F-496A-48D7-8129-935487DE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СТРОКИ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76B0-11C3-4C63-9CD1-7915538C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Шаг среза и разворот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3A6B2-24ED-426C-B648-AF754013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9144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"Самолёт"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"аоё"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::-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"тлмС"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text[::-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"тёломаС"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71EC0-FA7E-4156-BFE1-4D483C2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95900"/>
            <a:ext cx="693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2250" b="1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sequence[start:stop:step]</a:t>
            </a:r>
          </a:p>
        </p:txBody>
      </p:sp>
    </p:spTree>
    <p:extLst>
      <p:ext uri="{BB962C8B-B14F-4D97-AF65-F5344CB8AC3E}">
        <p14:creationId xmlns:p14="http://schemas.microsoft.com/office/powerpoint/2010/main" val="20244918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173E7-B14D-4F2C-921C-4C1DCC8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1AFD-9594-4D5F-A5AE-8087103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CE9C6-D3B9-411F-BAF0-EACA9D3D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Преобразование типов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AE573-2259-4274-9037-D06CD16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72390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str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"42"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"42"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42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float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"2.5"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2.5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float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"42"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42.0</a:t>
            </a:r>
          </a:p>
          <a:p xmlns:a="http://schemas.openxmlformats.org/drawingml/2006/main">
            <a:pPr>
              <a:defRPr sz="21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2.9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F8924-2517-4B4D-BA3B-02D053D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int(float) отбрасывает дробную часть по направлению к нулю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EFE1D-393A-499F-9D49-07210080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str() умеет представить строкой почти любой объект</a:t>
            </a:r>
          </a:p>
        </p:txBody>
      </p:sp>
    </p:spTree>
    <p:extLst>
      <p:ext uri="{BB962C8B-B14F-4D97-AF65-F5344CB8AC3E}">
        <p14:creationId xmlns:p14="http://schemas.microsoft.com/office/powerpoint/2010/main" val="1901313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4A88C-4776-4124-A9C3-A990BC3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18006-0AE3-4673-A741-2A3BA8F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6F7B-62B9-49F1-8A37-E0A98B9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38E12-D8BA-4DD1-A09A-64AA3A97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04950"/>
            <a:ext cx="99441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empty = []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words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"alpha"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"beta"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"gamma"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mixed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nested = [mixed, words, numbers]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1DE1E-04ED-4231-8AA3-41F58B8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Список хранит ссылки на объекты и может содержать значения разных типов</a:t>
            </a:r>
          </a:p>
        </p:txBody>
      </p:sp>
    </p:spTree>
    <p:extLst>
      <p:ext uri="{BB962C8B-B14F-4D97-AF65-F5344CB8AC3E}">
        <p14:creationId xmlns:p14="http://schemas.microsoft.com/office/powerpoint/2010/main" val="3260741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A8F7F-5A57-4E6E-ACB8-87483EC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5E1E2-3176-4170-BA50-D3C1E20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B2C19-3049-4E0C-8389-D35D405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Изменение списка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C912C-F9B9-430F-BF5A-DA42359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 = []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items.append(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[7]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items.append(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[7, 23]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items.extend([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[7, 23, 33, 43]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8AE89-E35A-40B0-BB6E-C939219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append() добавляет один объект, extend() добавляет элементы iterable</a:t>
            </a:r>
          </a:p>
        </p:txBody>
      </p:sp>
    </p:spTree>
    <p:extLst>
      <p:ext uri="{BB962C8B-B14F-4D97-AF65-F5344CB8AC3E}">
        <p14:creationId xmlns:p14="http://schemas.microsoft.com/office/powerpoint/2010/main" val="18591027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1B466-46AD-4AA6-86EE-45900349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B2727-222E-4C49-A843-9D8EF01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B2A06-BC88-4DCF-8942-22FB9D7F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Доступ к элементам списка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D51F7-C7B4-4F55-A451-7B2C433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9791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words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"alpha"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"beta"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"gamma"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nested = [numbers, words]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words[-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"gamma"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nested[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"gamma"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01DAB-7AE7-4491-9892-A3D16A2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К каждому уровню вложенности применяется отдельный индекс</a:t>
            </a:r>
          </a:p>
        </p:txBody>
      </p:sp>
    </p:spTree>
    <p:extLst>
      <p:ext uri="{BB962C8B-B14F-4D97-AF65-F5344CB8AC3E}">
        <p14:creationId xmlns:p14="http://schemas.microsoft.com/office/powerpoint/2010/main" val="6291260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87C8F-907F-4A6C-96D1-5337AFF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472DD-5635-4CE4-9BFC-8A130C61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CECAC-B12D-4225-AD90-5DCB41E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Извлечение и удаление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3D4B5-6682-4360-8C13-154F84D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9791700" cy="495300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last = numbers.pop()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3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numbers == [1, 2]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= numbers.pop(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numbers == [1]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numbers[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numbers == []</a:t>
            </a:r>
          </a:p>
        </p:txBody>
      </p:sp>
    </p:spTree>
    <p:extLst>
      <p:ext uri="{BB962C8B-B14F-4D97-AF65-F5344CB8AC3E}">
        <p14:creationId xmlns:p14="http://schemas.microsoft.com/office/powerpoint/2010/main" val="8039190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74C1-5D77-40B1-A270-9542B3B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8295F-B79E-4215-B614-2E087B5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ПОСЛЕДОВАТЕЛЬНОСТИ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4025F-B0BA-47FB-8085-690E5AA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Сложение и повторение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0E180-E884-407A-9474-DD2E5F9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+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2, 3, 4, 5]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"Hello, 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+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"world!"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"Hello, world!"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F0433-5907-4EC5-B7DC-8966E51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49720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2, 3, 1, 2, 3]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"ha"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"hahaha"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C15C0-9A9C-4F6B-BC0C-970B2F6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Операторы + и * создают новые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5647744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D8526-7DA5-41E6-B21C-BE16560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50DBA-8141-4071-9C53-8388A119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ПОСЛЕДОВАТЕЛЬНОСТИ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E067-5590-471E-BDDD-5A21410B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Длина и проверка вхождения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F993B-C2B3-4693-A7CB-8532C8E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([])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6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3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[]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"y"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</p:txBody>
      </p:sp>
    </p:spTree>
    <p:extLst>
      <p:ext uri="{BB962C8B-B14F-4D97-AF65-F5344CB8AC3E}">
        <p14:creationId xmlns:p14="http://schemas.microsoft.com/office/powerpoint/2010/main" val="9897365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13560-4B5D-4522-BDE2-153669DB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98219-4A78-4183-9966-A77B710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BC22-014E-4445-AB4C-A5E4B8BE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Управление потоком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9DA4D-D89B-4BF9-A2A7-98F2EFB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Условия, циклы и явные отступы вместо фигурных скобок</a:t>
            </a:r>
          </a:p>
        </p:txBody>
      </p:sp>
    </p:spTree>
    <p:extLst>
      <p:ext uri="{BB962C8B-B14F-4D97-AF65-F5344CB8AC3E}">
        <p14:creationId xmlns:p14="http://schemas.microsoft.com/office/powerpoint/2010/main" val="5557272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CACED-F955-4A07-B4F8-76A1430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E5A81-69B8-4016-9815-9C7C248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УСЛОВИЯ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ADA1-931A-46AD-A892-7BB1F44D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if, elif и else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68F63-B70D-478C-A2FE-B0DDDEB1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572250" cy="4305300"/>
          </a:xfrm>
          <a:prstGeom xmlns:a="http://schemas.openxmlformats.org/drawingml/2006/main" prst="roundRect">
            <a:avLst>
              <a:gd name="adj" fmla="val 398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temperature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18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temperature &gt;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"Жарко"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elif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temperature &gt;=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"Тепло"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else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"Холодно"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3D629-3976-4B91-BDD7-0A69C6A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7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5F7FA"/>
                </a:solidFill>
                <a:latin typeface="Arial"/>
                <a:ea typeface="Arial"/>
                <a:cs typeface="Arial"/>
              </a:rPr>
              <a:t>Двоеточие открывает блок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7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5F7FA"/>
                </a:solidFill>
                <a:latin typeface="Arial"/>
                <a:ea typeface="Arial"/>
                <a:cs typeface="Arial"/>
              </a:rPr>
              <a:t>Отступ обычно равен четырём пробелам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17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3.10+ поддерживает match и case для сопоставления с образцом</a:t>
            </a:r>
          </a:p>
        </p:txBody>
      </p:sp>
    </p:spTree>
    <p:extLst>
      <p:ext uri="{BB962C8B-B14F-4D97-AF65-F5344CB8AC3E}">
        <p14:creationId xmlns:p14="http://schemas.microsoft.com/office/powerpoint/2010/main" val="12471960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5654-5C39-4114-9A86-D9D2EE0B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3367A-1FE0-41AF-BAA2-D261F9A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УСЛОВИЯ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E4E5C-95E3-4578-A964-4A50E9D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Условное выражение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7A8CC-C146-464E-A8E6-6FD2207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009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status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"adult"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age &gt;=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18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else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"minor"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значение_если_да if условие else значение_если_нет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BF109-B241-4758-BCBB-4E87056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Условное выражение выбирает одно из двух значений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A8EFC-FFCD-42DC-9F30-5E908C1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Для нескольких ветвей обычный if обычно читается лучше</a:t>
            </a:r>
          </a:p>
        </p:txBody>
      </p:sp>
    </p:spTree>
    <p:extLst>
      <p:ext uri="{BB962C8B-B14F-4D97-AF65-F5344CB8AC3E}">
        <p14:creationId xmlns:p14="http://schemas.microsoft.com/office/powerpoint/2010/main" val="1920954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1DAF3-A00E-4AEC-A7FD-EA3E53D5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DEA40-E15A-49AE-8F11-15225E8E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3096C-930C-4051-8BEB-ABAEA05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Цикл for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BD9B6-1B2E-41C2-8930-4E21DB7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76400"/>
            <a:ext cx="89916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item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iterable: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process(item)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letter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(letter)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B240B-60B1-4BF2-9494-E99703E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38750"/>
            <a:ext cx="899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for перебирает элементы iterable. Отдельный счётчик часто не нужен.</a:t>
            </a:r>
          </a:p>
        </p:txBody>
      </p:sp>
    </p:spTree>
    <p:extLst>
      <p:ext uri="{BB962C8B-B14F-4D97-AF65-F5344CB8AC3E}">
        <p14:creationId xmlns:p14="http://schemas.microsoft.com/office/powerpoint/2010/main" val="16904103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4AD39-86DF-4BE5-99E1-D0F4D071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BE3AA-C722-4FBF-A5B7-DACDEFA4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557F3-6B38-46BC-80CF-DC59CEE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Диапазоны range()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9EE30-834A-4450-9760-6D6580BC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5918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1, 2]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[5, 6, 7, 8, 9]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[2, 5, 8, 11]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))</a:t>
            </a:r>
          </a:p>
          <a:p xmlns:a="http://schemas.openxmlformats.org/drawingml/2006/main">
            <a:pPr>
              <a:defRPr sz="19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[-7, -12, -17, -22, -27]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99C38-BF6A-4385-8CE1-729F5687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911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B9CD3"/>
                </a:solidFill>
                <a:latin typeface="Menlo"/>
                <a:ea typeface="Menlo"/>
                <a:cs typeface="Menlo"/>
              </a:defRPr>
            </a:pPr>
            <a:r>
              <a:rPr sz="1875" b="1" i="0"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range(stop)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C30F2-DCFD-419A-9C48-B4EB206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1875" b="1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range(start, stop)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76ECE-42B4-4955-9559-07B98607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911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FD8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7FD88C"/>
                </a:solidFill>
                <a:latin typeface="Menlo"/>
                <a:ea typeface="Menlo"/>
                <a:cs typeface="Menlo"/>
              </a:rPr>
              <a:t>range(start, stop, step)</a:t>
            </a:r>
          </a:p>
        </p:txBody>
      </p:sp>
    </p:spTree>
    <p:extLst>
      <p:ext uri="{BB962C8B-B14F-4D97-AF65-F5344CB8AC3E}">
        <p14:creationId xmlns:p14="http://schemas.microsoft.com/office/powerpoint/2010/main" val="17976192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DFA6D-E8B8-41E1-9A5C-3625A716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93B4-6BDE-4F80-B6B0-D291EEE2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B0E3B-323B-4CC7-84F9-CA24EC1D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Цикл while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31D07-0250-4F4C-B748-9472D771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781050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while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value &lt; 10_000: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(value)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value *=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13BF1-0B9B-452F-BF30-65B7A6D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1962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700"/>
              </a:spcAft>
              <a:buChar char="•"/>
              <a:defRPr sz="15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5F7FA"/>
                </a:solidFill>
                <a:latin typeface="Arial"/>
                <a:ea typeface="Arial"/>
                <a:cs typeface="Arial"/>
              </a:rPr>
              <a:t>Условие проверяется перед каждой итерацией</a:t>
            </a:r>
          </a:p>
          <a:p xmlns:a="http://schemas.openxmlformats.org/drawingml/2006/main">
            <a:pPr marL="279400" indent="-139700">
              <a:spcAft>
                <a:spcPts val="1700"/>
              </a:spcAft>
              <a:buChar char="•"/>
              <a:defRPr sz="15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Подходит, когда число повторов заранее неизвестно</a:t>
            </a:r>
          </a:p>
          <a:p xmlns:a="http://schemas.openxmlformats.org/drawingml/2006/main">
            <a:pPr marL="279400" indent="-139700">
              <a:spcAft>
                <a:spcPts val="1700"/>
              </a:spcAft>
              <a:buChar char="•"/>
              <a:defRPr sz="15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5F7FA"/>
                </a:solidFill>
                <a:latin typeface="Arial"/>
                <a:ea typeface="Arial"/>
                <a:cs typeface="Arial"/>
              </a:rPr>
              <a:t>while True создаёт бесконечный цикл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EC640-E7F4-4349-A56F-19AC8AB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 напечатает степени тройки, меньшие 10 000</a:t>
            </a:r>
          </a:p>
        </p:txBody>
      </p:sp>
    </p:spTree>
    <p:extLst>
      <p:ext uri="{BB962C8B-B14F-4D97-AF65-F5344CB8AC3E}">
        <p14:creationId xmlns:p14="http://schemas.microsoft.com/office/powerpoint/2010/main" val="2154401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17652-2D55-4C54-AE36-0A8358EF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8075E-CC33-42A8-A805-A1B7A186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F6D7F-AD0A-4CAB-AF4E-734ED3F5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break и continue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ABBBB-5A0A-45D9-9D79-C96C3810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38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number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break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(number, end=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", 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2, 3, 4, 5,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E57C8-C8DF-4E1A-9505-A69B97F4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49720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letter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"STELLAR"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letter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"LE"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continue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(letter, end=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"*"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S*T*A*R*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769AF-73D6-495D-B377-626D29C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9A8B"/>
                </a:solidFill>
                <a:latin typeface="Menlo"/>
                <a:ea typeface="Menlo"/>
                <a:cs typeface="Menlo"/>
              </a:defRPr>
            </a:pPr>
            <a:r>
              <a:rPr sz="2175" b="1" i="0">
                <a:solidFill>
                  <a:srgbClr val="FF9A8B"/>
                </a:solidFill>
                <a:latin typeface="Menlo"/>
                <a:ea typeface="Menlo"/>
                <a:cs typeface="Menlo"/>
              </a:rPr>
              <a:t>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0F0A-E8A3-4481-A815-47BBD45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завершает цикл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A50EA-D95B-411A-AA3B-16AF3F96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FD88C"/>
                </a:solidFill>
                <a:latin typeface="Menlo"/>
                <a:ea typeface="Menlo"/>
                <a:cs typeface="Menlo"/>
              </a:defRPr>
            </a:pPr>
            <a:r>
              <a:rPr sz="2175" b="1" i="0">
                <a:solidFill>
                  <a:srgbClr val="7FD88C"/>
                </a:solidFill>
                <a:latin typeface="Menlo"/>
                <a:ea typeface="Menlo"/>
                <a:cs typeface="Menlo"/>
              </a:rPr>
              <a:t>continue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FAD8C-0629-4DCE-9650-5329194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0"/>
            <a:ext cx="3924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переходит к следующей итерации</a:t>
            </a:r>
          </a:p>
        </p:txBody>
      </p:sp>
    </p:spTree>
    <p:extLst>
      <p:ext uri="{BB962C8B-B14F-4D97-AF65-F5344CB8AC3E}">
        <p14:creationId xmlns:p14="http://schemas.microsoft.com/office/powerpoint/2010/main" val="19549755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EB6B2-468E-4665-9F24-C4A389F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97816-93BE-4DDA-AD9B-840126A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DD2CB-3FC3-403A-9DDC-8957E89F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Функции и объекты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5784B-8640-4990-86C2-729ED1B9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Функции тоже являются объектами, а имена хранят ссылки</a:t>
            </a:r>
          </a:p>
        </p:txBody>
      </p:sp>
    </p:spTree>
    <p:extLst>
      <p:ext uri="{BB962C8B-B14F-4D97-AF65-F5344CB8AC3E}">
        <p14:creationId xmlns:p14="http://schemas.microsoft.com/office/powerpoint/2010/main" val="3394997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124C4-53D3-44D0-8F0B-03C35E50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40832-C790-4A56-B624-D665E106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ФУНКЦИИ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BAACF-FCE6-49F1-ACBB-775AEACF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Объявление функции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8997B-4FF9-4081-95DB-3BBDE75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38300"/>
            <a:ext cx="101346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342900" tIns="342900" rIns="285750" bIns="2095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function_name(param1, param2):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result = do_something(param1, param2)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98D8B-E3B8-4A55-86E5-30B946D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8686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Параметры не требуют явного указания типа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return завершает функцию и возвращает значение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7FA"/>
                </a:solidFill>
                <a:latin typeface="Arial"/>
                <a:ea typeface="Arial"/>
                <a:cs typeface="Arial"/>
              </a:rPr>
              <a:t>Без значения return возвращает None</a:t>
            </a:r>
          </a:p>
        </p:txBody>
      </p:sp>
    </p:spTree>
    <p:extLst>
      <p:ext uri="{BB962C8B-B14F-4D97-AF65-F5344CB8AC3E}">
        <p14:creationId xmlns:p14="http://schemas.microsoft.com/office/powerpoint/2010/main" val="14919384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94939-23F3-41BD-B718-2D99B7D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75D5F-5098-4597-9195-BBD38E6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МОДЕЛЬ ОБЪЕКТОВ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D7031-BE0B-4998-877A-3E520C1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Объекты, ссылки и пространства имён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4463B-FA09-41F5-B6A2-D05F159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B9CD3"/>
                </a:solidFill>
                <a:latin typeface="Arial"/>
                <a:ea typeface="Arial"/>
                <a:cs typeface="Arial"/>
              </a:rPr>
              <a:t>Всё является объектом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34638-EEAE-4B17-8DEC-A8D29F68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28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isinstance(4, object) и isinstance(str, object) возвращают 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9F94-AC31-41F3-903B-A5A6FA5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64D7F-B746-4E83-AF26-D9A77529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id() различает объекты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3D7DB-522C-495C-8DBC-851C54E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Идентификатор уникален, пока объект существует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33288-2DE8-4CC9-983F-8E4AB10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C71F-4297-4ADA-8291-D720729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FD88C"/>
                </a:solidFill>
                <a:latin typeface="Arial"/>
                <a:ea typeface="Arial"/>
                <a:cs typeface="Arial"/>
              </a:rPr>
              <a:t>Присваивание создаёт ссылку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7DF3C-43FE-4475-96B6-2DF4151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 = x не копирует объект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3C19A-5727-492F-9E83-C9B93614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5FA02-3BEB-440A-B399-2175D3B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7A0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7A0FF"/>
                </a:solidFill>
                <a:latin typeface="Arial"/>
                <a:ea typeface="Arial"/>
                <a:cs typeface="Arial"/>
              </a:rPr>
              <a:t>Пространство имён хранит связи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63B40-128C-4068-9996-BD01916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434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Имя x связано с конкретным объектом</a:t>
            </a:r>
          </a:p>
        </p:txBody>
      </p:sp>
    </p:spTree>
    <p:extLst>
      <p:ext uri="{BB962C8B-B14F-4D97-AF65-F5344CB8AC3E}">
        <p14:creationId xmlns:p14="http://schemas.microsoft.com/office/powerpoint/2010/main" val="8369510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D63F8-D828-48F5-860A-4FB979F1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46A0B-2FD6-4E84-9C44-E20E13F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МОДЕЛЬ ОБЪЕКТОВ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9E48-5436-4C5A-B5ED-7F08389B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A"/>
                </a:solidFill>
                <a:latin typeface="Arial"/>
                <a:ea typeface="Arial"/>
                <a:cs typeface="Arial"/>
              </a:rPr>
              <a:t>Равенство и идентичность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402E1-389C-4D72-96E4-6BA00E5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72390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1.0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==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1.0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b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== b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is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b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is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None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рекомендуемая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F7482-2B93-4E9B-812E-0173A8E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288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4B9CD3"/>
                </a:solidFill>
                <a:latin typeface="Menlo"/>
                <a:ea typeface="Menlo"/>
                <a:cs typeface="Menlo"/>
              </a:defRPr>
            </a:pPr>
            <a:r>
              <a:rPr sz="3150" b="1" i="0">
                <a:solidFill>
                  <a:srgbClr val="4B9CD3"/>
                </a:solidFill>
                <a:latin typeface="Menlo"/>
                <a:ea typeface="Menlo"/>
                <a:cs typeface="Menlo"/>
              </a:rPr>
              <a:t>==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AA21-6A67-4F8E-9EC7-67203E13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сравнивает значения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77D63-A2F4-439D-9431-EE2562F3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D43B"/>
                </a:solidFill>
                <a:latin typeface="Menlo"/>
                <a:ea typeface="Menlo"/>
                <a:cs typeface="Menlo"/>
              </a:defRPr>
            </a:pPr>
            <a:r>
              <a:rPr sz="3150" b="1" i="0">
                <a:solidFill>
                  <a:srgbClr val="FFD43B"/>
                </a:solidFill>
                <a:latin typeface="Menlo"/>
                <a:ea typeface="Menlo"/>
                <a:cs typeface="Menlo"/>
              </a:rPr>
              <a:t>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C3E8E-7898-4F80-A5CC-BC9D694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проверяет один ли это объект</a:t>
            </a:r>
          </a:p>
        </p:txBody>
      </p:sp>
    </p:spTree>
    <p:extLst>
      <p:ext uri="{BB962C8B-B14F-4D97-AF65-F5344CB8AC3E}">
        <p14:creationId xmlns:p14="http://schemas.microsoft.com/office/powerpoint/2010/main" val="17267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2026-09-22T21:04:41.6820000Z</dcterms:created>
  <dcterms:modified xsi:type="dcterms:W3CDTF">2026-09-22T21:04:41.6820000Z</dcterms:modified>
</coreProperties>
</file>