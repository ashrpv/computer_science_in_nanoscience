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3a363e20647d0" /><Relationship Type="http://schemas.openxmlformats.org/officeDocument/2006/relationships/extended-properties" Target="/docProps/app.xml" Id="R57e6657ca6364543" /><Relationship Type="http://schemas.openxmlformats.org/officeDocument/2006/relationships/officeDocument" Target="/ppt/presentation.xml" Id="R7c721a653aeb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ca3d00f8814f98"/>
  </p:sldMasterIdLst>
  <p:notesMasterIdLst>
    <p:notesMasterId xmlns:r="http://schemas.openxmlformats.org/officeDocument/2006/relationships" r:id="R10a59d1b40c043e1"/>
  </p:notesMasterIdLst>
  <p:sldIdLst>
    <p:sldId xmlns:r="http://schemas.openxmlformats.org/officeDocument/2006/relationships" id="256" r:id="R46484c25cd594759"/>
    <p:sldId xmlns:r="http://schemas.openxmlformats.org/officeDocument/2006/relationships" id="257" r:id="R64d0796408064c14"/>
    <p:sldId xmlns:r="http://schemas.openxmlformats.org/officeDocument/2006/relationships" id="258" r:id="Rdce00a0b2b62452f"/>
    <p:sldId xmlns:r="http://schemas.openxmlformats.org/officeDocument/2006/relationships" id="259" r:id="R5b66a8d0c1524775"/>
    <p:sldId xmlns:r="http://schemas.openxmlformats.org/officeDocument/2006/relationships" id="260" r:id="Rb358b5573da64153"/>
    <p:sldId xmlns:r="http://schemas.openxmlformats.org/officeDocument/2006/relationships" id="261" r:id="R080ae7e8e9264a20"/>
    <p:sldId xmlns:r="http://schemas.openxmlformats.org/officeDocument/2006/relationships" id="262" r:id="R04f871eaefb94594"/>
    <p:sldId xmlns:r="http://schemas.openxmlformats.org/officeDocument/2006/relationships" id="263" r:id="R2fd7412e0f6c4ef8"/>
    <p:sldId xmlns:r="http://schemas.openxmlformats.org/officeDocument/2006/relationships" id="264" r:id="Rd9ad5d0aee6d4fd9"/>
    <p:sldId xmlns:r="http://schemas.openxmlformats.org/officeDocument/2006/relationships" id="265" r:id="R783e16ac6cfe4521"/>
    <p:sldId xmlns:r="http://schemas.openxmlformats.org/officeDocument/2006/relationships" id="266" r:id="R5e41134d443b4982"/>
    <p:sldId xmlns:r="http://schemas.openxmlformats.org/officeDocument/2006/relationships" id="267" r:id="R60d99001171f4eaf"/>
    <p:sldId xmlns:r="http://schemas.openxmlformats.org/officeDocument/2006/relationships" id="268" r:id="Rc252be0b17114348"/>
    <p:sldId xmlns:r="http://schemas.openxmlformats.org/officeDocument/2006/relationships" id="269" r:id="Rce40f8ac84a54864"/>
    <p:sldId xmlns:r="http://schemas.openxmlformats.org/officeDocument/2006/relationships" id="270" r:id="R393c3e1c86c9459f"/>
    <p:sldId xmlns:r="http://schemas.openxmlformats.org/officeDocument/2006/relationships" id="271" r:id="Rd6a84815bf104e62"/>
    <p:sldId xmlns:r="http://schemas.openxmlformats.org/officeDocument/2006/relationships" id="272" r:id="R5a5fc85b2941457e"/>
    <p:sldId xmlns:r="http://schemas.openxmlformats.org/officeDocument/2006/relationships" id="273" r:id="R79e2cf57eab840a2"/>
    <p:sldId xmlns:r="http://schemas.openxmlformats.org/officeDocument/2006/relationships" id="274" r:id="Rda0fa55649e646c2"/>
    <p:sldId xmlns:r="http://schemas.openxmlformats.org/officeDocument/2006/relationships" id="275" r:id="R1bdcda21301844b4"/>
    <p:sldId xmlns:r="http://schemas.openxmlformats.org/officeDocument/2006/relationships" id="276" r:id="R3379418d75264f7a"/>
    <p:sldId xmlns:r="http://schemas.openxmlformats.org/officeDocument/2006/relationships" id="277" r:id="Rf8e35531486e49e2"/>
    <p:sldId xmlns:r="http://schemas.openxmlformats.org/officeDocument/2006/relationships" id="278" r:id="R5a99de8f9d2b487e"/>
    <p:sldId xmlns:r="http://schemas.openxmlformats.org/officeDocument/2006/relationships" id="279" r:id="R1d70d355001444cd"/>
    <p:sldId xmlns:r="http://schemas.openxmlformats.org/officeDocument/2006/relationships" id="280" r:id="R935c3dd7540946c5"/>
    <p:sldId xmlns:r="http://schemas.openxmlformats.org/officeDocument/2006/relationships" id="281" r:id="R38b7db89948c4f0d"/>
    <p:sldId xmlns:r="http://schemas.openxmlformats.org/officeDocument/2006/relationships" id="282" r:id="Rf0c84d699a9b4ba0"/>
    <p:sldId xmlns:r="http://schemas.openxmlformats.org/officeDocument/2006/relationships" id="283" r:id="R11eacb36341c43ff"/>
    <p:sldId xmlns:r="http://schemas.openxmlformats.org/officeDocument/2006/relationships" id="284" r:id="Rda3720216aee4689"/>
    <p:sldId xmlns:r="http://schemas.openxmlformats.org/officeDocument/2006/relationships" id="285" r:id="Ree8d25aa85ba4d54"/>
    <p:sldId xmlns:r="http://schemas.openxmlformats.org/officeDocument/2006/relationships" id="286" r:id="R4ea39755d6344bd2"/>
    <p:sldId xmlns:r="http://schemas.openxmlformats.org/officeDocument/2006/relationships" id="287" r:id="Rf9eb7d6900544f56"/>
    <p:sldId xmlns:r="http://schemas.openxmlformats.org/officeDocument/2006/relationships" id="288" r:id="Rada70d3195244de5"/>
    <p:sldId xmlns:r="http://schemas.openxmlformats.org/officeDocument/2006/relationships" id="289" r:id="Ra8403c8c1bbf4209"/>
    <p:sldId xmlns:r="http://schemas.openxmlformats.org/officeDocument/2006/relationships" id="290" r:id="R9b4b414e836b4652"/>
    <p:sldId xmlns:r="http://schemas.openxmlformats.org/officeDocument/2006/relationships" id="291" r:id="Rdb61228770824a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8312f6c454f1e" /><Relationship Type="http://schemas.openxmlformats.org/officeDocument/2006/relationships/slideMaster" Target="/ppt/slideMasters/slideMaster1.xml" Id="R2eca3d00f8814f98" /><Relationship Type="http://schemas.openxmlformats.org/officeDocument/2006/relationships/notesMaster" Target="/ppt/notesMasters/notesMaster1.xml" Id="R10a59d1b40c043e1" /><Relationship Type="http://schemas.openxmlformats.org/officeDocument/2006/relationships/presProps" Target="/ppt/presProps.xml" Id="R507c94e8963c4a95" /><Relationship Type="http://schemas.openxmlformats.org/officeDocument/2006/relationships/tableStyles" Target="/ppt/tableStyles.xml" Id="R347341ba83d6401f" /><Relationship Type="http://schemas.openxmlformats.org/officeDocument/2006/relationships/slide" Target="/ppt/slides/slide1.xml" Id="R46484c25cd594759" /><Relationship Type="http://schemas.openxmlformats.org/officeDocument/2006/relationships/slide" Target="/ppt/slides/slide2.xml" Id="R64d0796408064c14" /><Relationship Type="http://schemas.openxmlformats.org/officeDocument/2006/relationships/slide" Target="/ppt/slides/slide3.xml" Id="Rdce00a0b2b62452f" /><Relationship Type="http://schemas.openxmlformats.org/officeDocument/2006/relationships/slide" Target="/ppt/slides/slide4.xml" Id="R5b66a8d0c1524775" /><Relationship Type="http://schemas.openxmlformats.org/officeDocument/2006/relationships/slide" Target="/ppt/slides/slide5.xml" Id="Rb358b5573da64153" /><Relationship Type="http://schemas.openxmlformats.org/officeDocument/2006/relationships/slide" Target="/ppt/slides/slide6.xml" Id="R080ae7e8e9264a20" /><Relationship Type="http://schemas.openxmlformats.org/officeDocument/2006/relationships/slide" Target="/ppt/slides/slide7.xml" Id="R04f871eaefb94594" /><Relationship Type="http://schemas.openxmlformats.org/officeDocument/2006/relationships/slide" Target="/ppt/slides/slide8.xml" Id="R2fd7412e0f6c4ef8" /><Relationship Type="http://schemas.openxmlformats.org/officeDocument/2006/relationships/slide" Target="/ppt/slides/slide9.xml" Id="Rd9ad5d0aee6d4fd9" /><Relationship Type="http://schemas.openxmlformats.org/officeDocument/2006/relationships/slide" Target="/ppt/slides/slide10.xml" Id="R783e16ac6cfe4521" /><Relationship Type="http://schemas.openxmlformats.org/officeDocument/2006/relationships/slide" Target="/ppt/slides/slide11.xml" Id="R5e41134d443b4982" /><Relationship Type="http://schemas.openxmlformats.org/officeDocument/2006/relationships/slide" Target="/ppt/slides/slide12.xml" Id="R60d99001171f4eaf" /><Relationship Type="http://schemas.openxmlformats.org/officeDocument/2006/relationships/slide" Target="/ppt/slides/slide13.xml" Id="Rc252be0b17114348" /><Relationship Type="http://schemas.openxmlformats.org/officeDocument/2006/relationships/slide" Target="/ppt/slides/slide14.xml" Id="Rce40f8ac84a54864" /><Relationship Type="http://schemas.openxmlformats.org/officeDocument/2006/relationships/slide" Target="/ppt/slides/slide15.xml" Id="R393c3e1c86c9459f" /><Relationship Type="http://schemas.openxmlformats.org/officeDocument/2006/relationships/slide" Target="/ppt/slides/slide16.xml" Id="Rd6a84815bf104e62" /><Relationship Type="http://schemas.openxmlformats.org/officeDocument/2006/relationships/slide" Target="/ppt/slides/slide17.xml" Id="R5a5fc85b2941457e" /><Relationship Type="http://schemas.openxmlformats.org/officeDocument/2006/relationships/slide" Target="/ppt/slides/slide18.xml" Id="R79e2cf57eab840a2" /><Relationship Type="http://schemas.openxmlformats.org/officeDocument/2006/relationships/slide" Target="/ppt/slides/slide19.xml" Id="Rda0fa55649e646c2" /><Relationship Type="http://schemas.openxmlformats.org/officeDocument/2006/relationships/slide" Target="/ppt/slides/slide20.xml" Id="R1bdcda21301844b4" /><Relationship Type="http://schemas.openxmlformats.org/officeDocument/2006/relationships/slide" Target="/ppt/slides/slide21.xml" Id="R3379418d75264f7a" /><Relationship Type="http://schemas.openxmlformats.org/officeDocument/2006/relationships/slide" Target="/ppt/slides/slide22.xml" Id="Rf8e35531486e49e2" /><Relationship Type="http://schemas.openxmlformats.org/officeDocument/2006/relationships/slide" Target="/ppt/slides/slide23.xml" Id="R5a99de8f9d2b487e" /><Relationship Type="http://schemas.openxmlformats.org/officeDocument/2006/relationships/slide" Target="/ppt/slides/slide24.xml" Id="R1d70d355001444cd" /><Relationship Type="http://schemas.openxmlformats.org/officeDocument/2006/relationships/slide" Target="/ppt/slides/slide25.xml" Id="R935c3dd7540946c5" /><Relationship Type="http://schemas.openxmlformats.org/officeDocument/2006/relationships/slide" Target="/ppt/slides/slide26.xml" Id="R38b7db89948c4f0d" /><Relationship Type="http://schemas.openxmlformats.org/officeDocument/2006/relationships/slide" Target="/ppt/slides/slide27.xml" Id="Rf0c84d699a9b4ba0" /><Relationship Type="http://schemas.openxmlformats.org/officeDocument/2006/relationships/slide" Target="/ppt/slides/slide28.xml" Id="R11eacb36341c43ff" /><Relationship Type="http://schemas.openxmlformats.org/officeDocument/2006/relationships/slide" Target="/ppt/slides/slide29.xml" Id="Rda3720216aee4689" /><Relationship Type="http://schemas.openxmlformats.org/officeDocument/2006/relationships/slide" Target="/ppt/slides/slide30.xml" Id="Ree8d25aa85ba4d54" /><Relationship Type="http://schemas.openxmlformats.org/officeDocument/2006/relationships/slide" Target="/ppt/slides/slide31.xml" Id="R4ea39755d6344bd2" /><Relationship Type="http://schemas.openxmlformats.org/officeDocument/2006/relationships/slide" Target="/ppt/slides/slide32.xml" Id="Rf9eb7d6900544f56" /><Relationship Type="http://schemas.openxmlformats.org/officeDocument/2006/relationships/slide" Target="/ppt/slides/slide33.xml" Id="Rada70d3195244de5" /><Relationship Type="http://schemas.openxmlformats.org/officeDocument/2006/relationships/slide" Target="/ppt/slides/slide34.xml" Id="Ra8403c8c1bbf4209" /><Relationship Type="http://schemas.openxmlformats.org/officeDocument/2006/relationships/slide" Target="/ppt/slides/slide35.xml" Id="R9b4b414e836b4652" /><Relationship Type="http://schemas.openxmlformats.org/officeDocument/2006/relationships/slide" Target="/ppt/slides/slide36.xml" Id="Rdb6122877082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df47898554c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d2251f3034c31" /><Relationship Type="http://schemas.openxmlformats.org/officeDocument/2006/relationships/notesMaster" Target="/ppt/notesMasters/notesMaster1.xml" Id="R45ae8eae788346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d5def0cf64b10" /><Relationship Type="http://schemas.openxmlformats.org/officeDocument/2006/relationships/notesMaster" Target="/ppt/notesMasters/notesMaster1.xml" Id="R6894f94e1483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6e072b9af74f36" /><Relationship Type="http://schemas.openxmlformats.org/officeDocument/2006/relationships/notesMaster" Target="/ppt/notesMasters/notesMaster1.xml" Id="R9219f057f89440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1836ca26b048b7" /><Relationship Type="http://schemas.openxmlformats.org/officeDocument/2006/relationships/notesMaster" Target="/ppt/notesMasters/notesMaster1.xml" Id="R65e565432832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d1f24e0796490c" /><Relationship Type="http://schemas.openxmlformats.org/officeDocument/2006/relationships/notesMaster" Target="/ppt/notesMasters/notesMaster1.xml" Id="Rd8ac133881da42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a97227b8784206" /><Relationship Type="http://schemas.openxmlformats.org/officeDocument/2006/relationships/notesMaster" Target="/ppt/notesMasters/notesMaster1.xml" Id="R8dbe38ef8aea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f45fc06dfa4fa2" /><Relationship Type="http://schemas.openxmlformats.org/officeDocument/2006/relationships/notesMaster" Target="/ppt/notesMasters/notesMaster1.xml" Id="Ra05be61a3894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cff78cef344c77" /><Relationship Type="http://schemas.openxmlformats.org/officeDocument/2006/relationships/notesMaster" Target="/ppt/notesMasters/notesMaster1.xml" Id="R521ca4b16c274b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a47aeaccaf4c19" /><Relationship Type="http://schemas.openxmlformats.org/officeDocument/2006/relationships/notesMaster" Target="/ppt/notesMasters/notesMaster1.xml" Id="Rd15b495e0b2e4b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c09758447e4276" /><Relationship Type="http://schemas.openxmlformats.org/officeDocument/2006/relationships/notesMaster" Target="/ppt/notesMasters/notesMaster1.xml" Id="R3093b3b717f44d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2a86628a02438f" /><Relationship Type="http://schemas.openxmlformats.org/officeDocument/2006/relationships/notesMaster" Target="/ppt/notesMasters/notesMaster1.xml" Id="Rfb8ae66d59e44a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0cecb6b8e5479d" /><Relationship Type="http://schemas.openxmlformats.org/officeDocument/2006/relationships/notesMaster" Target="/ppt/notesMasters/notesMaster1.xml" Id="Rda1066ea610143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81b528ead542c2" /><Relationship Type="http://schemas.openxmlformats.org/officeDocument/2006/relationships/notesMaster" Target="/ppt/notesMasters/notesMaster1.xml" Id="R6d28b98971c24e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c32547cc0b4b1c" /><Relationship Type="http://schemas.openxmlformats.org/officeDocument/2006/relationships/notesMaster" Target="/ppt/notesMasters/notesMaster1.xml" Id="Ref286b8aa6a941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da0d83df2b40f9" /><Relationship Type="http://schemas.openxmlformats.org/officeDocument/2006/relationships/notesMaster" Target="/ppt/notesMasters/notesMaster1.xml" Id="R07128b51879642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8b519f686e45b5" /><Relationship Type="http://schemas.openxmlformats.org/officeDocument/2006/relationships/notesMaster" Target="/ppt/notesMasters/notesMaster1.xml" Id="Rf111ec2d4f0546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878d0ed64e4519" /><Relationship Type="http://schemas.openxmlformats.org/officeDocument/2006/relationships/notesMaster" Target="/ppt/notesMasters/notesMaster1.xml" Id="R4bcef245a28f44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78cea815a24f20" /><Relationship Type="http://schemas.openxmlformats.org/officeDocument/2006/relationships/notesMaster" Target="/ppt/notesMasters/notesMaster1.xml" Id="Rf55da27ca3da4a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4bb5320f004c29" /><Relationship Type="http://schemas.openxmlformats.org/officeDocument/2006/relationships/notesMaster" Target="/ppt/notesMasters/notesMaster1.xml" Id="R5a0f53598e4146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b75ad202b24690" /><Relationship Type="http://schemas.openxmlformats.org/officeDocument/2006/relationships/notesMaster" Target="/ppt/notesMasters/notesMaster1.xml" Id="R2abe049133e946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18d5a40d8149d1" /><Relationship Type="http://schemas.openxmlformats.org/officeDocument/2006/relationships/notesMaster" Target="/ppt/notesMasters/notesMaster1.xml" Id="R1543c18484cc412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98808df6f44f3b" /><Relationship Type="http://schemas.openxmlformats.org/officeDocument/2006/relationships/notesMaster" Target="/ppt/notesMasters/notesMaster1.xml" Id="R8513651d204b4d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b1aee385b4498b" /><Relationship Type="http://schemas.openxmlformats.org/officeDocument/2006/relationships/notesMaster" Target="/ppt/notesMasters/notesMaster1.xml" Id="R83ce95309e7e4b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d4ab205d544041" /><Relationship Type="http://schemas.openxmlformats.org/officeDocument/2006/relationships/notesMaster" Target="/ppt/notesMasters/notesMaster1.xml" Id="R38b2d9f05e7045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792b7bf327f4d02" /><Relationship Type="http://schemas.openxmlformats.org/officeDocument/2006/relationships/notesMaster" Target="/ppt/notesMasters/notesMaster1.xml" Id="R7c7e6c0db2fb46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d1d018c7d0a415a" /><Relationship Type="http://schemas.openxmlformats.org/officeDocument/2006/relationships/notesMaster" Target="/ppt/notesMasters/notesMaster1.xml" Id="Re7fa1760fc3845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5be84d9aaf94a37" /><Relationship Type="http://schemas.openxmlformats.org/officeDocument/2006/relationships/notesMaster" Target="/ppt/notesMasters/notesMaster1.xml" Id="Rb4ad8346c69341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92dc92706474359" /><Relationship Type="http://schemas.openxmlformats.org/officeDocument/2006/relationships/notesMaster" Target="/ppt/notesMasters/notesMaster1.xml" Id="R66936b222ba444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ff4de7a92e4a8d" /><Relationship Type="http://schemas.openxmlformats.org/officeDocument/2006/relationships/notesMaster" Target="/ppt/notesMasters/notesMaster1.xml" Id="Rad5f7930c9c14c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de97bb1bcf4beb" /><Relationship Type="http://schemas.openxmlformats.org/officeDocument/2006/relationships/notesMaster" Target="/ppt/notesMasters/notesMaster1.xml" Id="Rc93788560bd544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4ea9b9b3164865" /><Relationship Type="http://schemas.openxmlformats.org/officeDocument/2006/relationships/notesMaster" Target="/ppt/notesMasters/notesMaster1.xml" Id="Rf54d2ba184374d5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9af49ef96c14fc4" /><Relationship Type="http://schemas.openxmlformats.org/officeDocument/2006/relationships/notesMaster" Target="/ppt/notesMasters/notesMaster1.xml" Id="Rdc122a3224cb4be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61e5f6f4654152" /><Relationship Type="http://schemas.openxmlformats.org/officeDocument/2006/relationships/notesMaster" Target="/ppt/notesMasters/notesMaster1.xml" Id="R00eb52eb7cf94c9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7a80568d986490b" /><Relationship Type="http://schemas.openxmlformats.org/officeDocument/2006/relationships/notesMaster" Target="/ppt/notesMasters/notesMaster1.xml" Id="R1e511f032ae94ae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d3e8313a714032" /><Relationship Type="http://schemas.openxmlformats.org/officeDocument/2006/relationships/notesMaster" Target="/ppt/notesMasters/notesMaster1.xml" Id="Re010d8fc2d4f431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6329e7c3ab94124" /><Relationship Type="http://schemas.openxmlformats.org/officeDocument/2006/relationships/notesMaster" Target="/ppt/notesMasters/notesMaster1.xml" Id="R47889d21bcc5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Iterative nature of experimentation: https://www.itl.nist.gov/div898/handbook/pri/section2/pri223.htm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Process or Product Monitoring and Control: https://www.itl.nist.gov/div898/handbook/pmc/pmc.htm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e4873511242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97def29444966" /><Relationship Type="http://schemas.openxmlformats.org/officeDocument/2006/relationships/slideLayout" Target="/ppt/slideLayouts/slideLayout1.xml" Id="Ref1f7a940d9a49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1f7a940d9a49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3cc90bebf4b27" /><Relationship Type="http://schemas.openxmlformats.org/officeDocument/2006/relationships/notesSlide" Target="/ppt/notesSlides/notesSlide1.xml" Id="R968bb66e64d545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ee2b03a174268" /><Relationship Type="http://schemas.openxmlformats.org/officeDocument/2006/relationships/notesSlide" Target="/ppt/notesSlides/notesSlide2.xml" Id="R4f902c0fef4f44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29b4c5d2f4883" /><Relationship Type="http://schemas.openxmlformats.org/officeDocument/2006/relationships/notesSlide" Target="/ppt/notesSlides/notesSlide3.xml" Id="R73763ef0e43343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8f3a495e7454a" /><Relationship Type="http://schemas.openxmlformats.org/officeDocument/2006/relationships/notesSlide" Target="/ppt/notesSlides/notesSlide4.xml" Id="R5ae9705fea7c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30b654da444c9" /><Relationship Type="http://schemas.openxmlformats.org/officeDocument/2006/relationships/notesSlide" Target="/ppt/notesSlides/notesSlide5.xml" Id="R5ae1dc1f3ff6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ea97d5a344ad" /><Relationship Type="http://schemas.openxmlformats.org/officeDocument/2006/relationships/notesSlide" Target="/ppt/notesSlides/notesSlide6.xml" Id="R0d64871a21d0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c3412fa9d4428" /><Relationship Type="http://schemas.openxmlformats.org/officeDocument/2006/relationships/notesSlide" Target="/ppt/notesSlides/notesSlide7.xml" Id="Rdafe56e9e3f649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b86c1cc374ec8" /><Relationship Type="http://schemas.openxmlformats.org/officeDocument/2006/relationships/notesSlide" Target="/ppt/notesSlides/notesSlide8.xml" Id="R1f8a02f6728246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3391c13864cfe" /><Relationship Type="http://schemas.openxmlformats.org/officeDocument/2006/relationships/notesSlide" Target="/ppt/notesSlides/notesSlide9.xml" Id="R17b07e14d2ed48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64cb0039f44fb" /><Relationship Type="http://schemas.openxmlformats.org/officeDocument/2006/relationships/notesSlide" Target="/ppt/notesSlides/notesSlide10.xml" Id="R759ba526e06e46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59e20324549f6" /><Relationship Type="http://schemas.openxmlformats.org/officeDocument/2006/relationships/notesSlide" Target="/ppt/notesSlides/notesSlide11.xml" Id="R39a9062e86194f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9aa2a74e443f0" /><Relationship Type="http://schemas.openxmlformats.org/officeDocument/2006/relationships/notesSlide" Target="/ppt/notesSlides/notesSlide12.xml" Id="R5f95edd8639a42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5698cb34e4e17" /><Relationship Type="http://schemas.openxmlformats.org/officeDocument/2006/relationships/notesSlide" Target="/ppt/notesSlides/notesSlide13.xml" Id="R27798b4eeccf48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62a4290564102" /><Relationship Type="http://schemas.openxmlformats.org/officeDocument/2006/relationships/notesSlide" Target="/ppt/notesSlides/notesSlide14.xml" Id="R38a7970bc02b4d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f780ee3c546d0" /><Relationship Type="http://schemas.openxmlformats.org/officeDocument/2006/relationships/notesSlide" Target="/ppt/notesSlides/notesSlide15.xml" Id="Rc69719e7dfc742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e90adfbbb40ee" /><Relationship Type="http://schemas.openxmlformats.org/officeDocument/2006/relationships/notesSlide" Target="/ppt/notesSlides/notesSlide16.xml" Id="R1dfe2f07729644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f3d42db864eb6" /><Relationship Type="http://schemas.openxmlformats.org/officeDocument/2006/relationships/notesSlide" Target="/ppt/notesSlides/notesSlide17.xml" Id="Rb2296d18460840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de03d26e14a6e" /><Relationship Type="http://schemas.openxmlformats.org/officeDocument/2006/relationships/notesSlide" Target="/ppt/notesSlides/notesSlide18.xml" Id="Ra0f59fbb4cd149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6af02c1e7476f" /><Relationship Type="http://schemas.openxmlformats.org/officeDocument/2006/relationships/notesSlide" Target="/ppt/notesSlides/notesSlide19.xml" Id="Rfa42fc8f33a34b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bb53968884960" /><Relationship Type="http://schemas.openxmlformats.org/officeDocument/2006/relationships/notesSlide" Target="/ppt/notesSlides/notesSlide20.xml" Id="Rca1dc97aa49c4e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71eeedfc34f50" /><Relationship Type="http://schemas.openxmlformats.org/officeDocument/2006/relationships/notesSlide" Target="/ppt/notesSlides/notesSlide21.xml" Id="R5877895766fa46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8fad3d527442b" /><Relationship Type="http://schemas.openxmlformats.org/officeDocument/2006/relationships/notesSlide" Target="/ppt/notesSlides/notesSlide22.xml" Id="Ra0d08a47f67746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1b3d86646439c" /><Relationship Type="http://schemas.openxmlformats.org/officeDocument/2006/relationships/chart" Target="/ppt/slides/charts/chart1.xml" Id="Rdb71048dbd7247f8" /><Relationship Type="http://schemas.openxmlformats.org/officeDocument/2006/relationships/notesSlide" Target="/ppt/notesSlides/notesSlide23.xml" Id="R5abad254f4c2439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81010a97a40b8" /><Relationship Type="http://schemas.openxmlformats.org/officeDocument/2006/relationships/notesSlide" Target="/ppt/notesSlides/notesSlide24.xml" Id="R49ae59aecafe45e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c5814e1a416a" /><Relationship Type="http://schemas.openxmlformats.org/officeDocument/2006/relationships/notesSlide" Target="/ppt/notesSlides/notesSlide25.xml" Id="R8fb536902c8545e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03a7fdfcd449f" /><Relationship Type="http://schemas.openxmlformats.org/officeDocument/2006/relationships/notesSlide" Target="/ppt/notesSlides/notesSlide26.xml" Id="Re5e8c90c17f14b1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f95db12a64df6" /><Relationship Type="http://schemas.openxmlformats.org/officeDocument/2006/relationships/notesSlide" Target="/ppt/notesSlides/notesSlide27.xml" Id="R775bc543e6724d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2bad605fb41c4" /><Relationship Type="http://schemas.openxmlformats.org/officeDocument/2006/relationships/notesSlide" Target="/ppt/notesSlides/notesSlide28.xml" Id="R4271fc1044014c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2a127711f46d3" /><Relationship Type="http://schemas.openxmlformats.org/officeDocument/2006/relationships/notesSlide" Target="/ppt/notesSlides/notesSlide29.xml" Id="Rddef79105a094f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61f8aca1e4c1f" /><Relationship Type="http://schemas.openxmlformats.org/officeDocument/2006/relationships/notesSlide" Target="/ppt/notesSlides/notesSlide30.xml" Id="R1e3062cbdda147c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f55871b7b43e3" /><Relationship Type="http://schemas.openxmlformats.org/officeDocument/2006/relationships/notesSlide" Target="/ppt/notesSlides/notesSlide31.xml" Id="R8d4b29d1ff8245e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948a62c0b4fb7" /><Relationship Type="http://schemas.openxmlformats.org/officeDocument/2006/relationships/notesSlide" Target="/ppt/notesSlides/notesSlide32.xml" Id="R8afe036a6f814cf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cdcc5e38748cf" /><Relationship Type="http://schemas.openxmlformats.org/officeDocument/2006/relationships/notesSlide" Target="/ppt/notesSlides/notesSlide33.xml" Id="R95b4667b1f3c445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51f04e7a64eef" /><Relationship Type="http://schemas.openxmlformats.org/officeDocument/2006/relationships/notesSlide" Target="/ppt/notesSlides/notesSlide34.xml" Id="R23f090b8fa5046b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04f2b7184005" /><Relationship Type="http://schemas.openxmlformats.org/officeDocument/2006/relationships/notesSlide" Target="/ppt/notesSlides/notesSlide35.xml" Id="Rf03145a0fb794e6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0f8b52d5a47b1" /><Relationship Type="http://schemas.openxmlformats.org/officeDocument/2006/relationships/notesSlide" Target="/ppt/notesSlides/notesSlide36.xml" Id="Rfb938c4df4c9441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Размер, нм</c:v>
          </c:tx>
          <c:spPr>
            <a:ln xmlns:a="http://schemas.openxmlformats.org/drawingml/2006/main" w="28575">
              <a:solidFill>
                <a:srgbClr val="A0E6DC"/>
              </a:solidFill>
              <a:prstDash val="solid"/>
            </a:ln>
          </c:spPr>
          <c:marker>
            <c:symbol val="none"/>
          </c:marker>
          <c:cat>
            <c:strRef>
              <c:f>'Chart Data'!$A$2:$A$11</c:f>
              <c:strCache>
                <c:ptCount val="10"/>
                <c:pt idx="0">
                  <c:v>B01</c:v>
                </c:pt>
                <c:pt idx="1">
                  <c:v>B02</c:v>
                </c:pt>
                <c:pt idx="2">
                  <c:v>B03</c:v>
                </c:pt>
                <c:pt idx="3">
                  <c:v>B04</c:v>
                </c:pt>
                <c:pt idx="4">
                  <c:v>B05</c:v>
                </c:pt>
                <c:pt idx="5">
                  <c:v>B06</c:v>
                </c:pt>
                <c:pt idx="6">
                  <c:v>B07</c:v>
                </c:pt>
                <c:pt idx="7">
                  <c:v>B08</c:v>
                </c:pt>
                <c:pt idx="8">
                  <c:v>B09</c:v>
                </c:pt>
                <c:pt idx="9">
                  <c:v>B10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115</c:v>
                </c:pt>
                <c:pt idx="1">
                  <c:v>117</c:v>
                </c:pt>
                <c:pt idx="2">
                  <c:v>114</c:v>
                </c:pt>
                <c:pt idx="3">
                  <c:v>118</c:v>
                </c:pt>
                <c:pt idx="4">
                  <c:v>116</c:v>
                </c:pt>
                <c:pt idx="5">
                  <c:v>124</c:v>
                </c:pt>
                <c:pt idx="6">
                  <c:v>125</c:v>
                </c:pt>
                <c:pt idx="7">
                  <c:v>127</c:v>
                </c:pt>
                <c:pt idx="8">
                  <c:v>123</c:v>
                </c:pt>
                <c:pt idx="9">
                  <c:v>126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1F28"/>
        </a:solidFill>
      </c:spPr>
    </c:plotArea>
    <c:plotVisOnly val="1"/>
  </c:chart>
  <c:spPr>
    <a:solidFill xmlns:a="http://schemas.openxmlformats.org/drawingml/2006/main">
      <a:srgbClr val="151F2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14F61-03D7-4C9F-AF4A-F5620C7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 лаборатории к производству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A7241-CB23-44D6-B316-6F5F58F6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Часть 1. Масштабирование и данные партий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02764-6662-43CD-B4CC-C605C8F3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01 / 36</a:t>
            </a:r>
          </a:p>
        </p:txBody>
      </p:sp>
    </p:spTree>
    <p:extLst>
      <p:ext uri="{BB962C8B-B14F-4D97-AF65-F5344CB8AC3E}">
        <p14:creationId xmlns:p14="http://schemas.microsoft.com/office/powerpoint/2010/main" val="561116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2A4CD-D056-4913-A48A-367E236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53BD-9650-440C-AF45-D9CE1E28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Масштаб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DD82E-4755-44EF-9CC7-B5515782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Объяснить, почему лабораторной рецептуры мало для пилота.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8ABEC-FAE8-47FC-BB73-EDF83AC1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Единица анализа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C5C61-ABF7-4BA5-9171-B0E5ECBB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Разделить измерение, пробу и самостоятельную партию.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8A5F2-AAC5-4C2E-9E20-2C3FAE8D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След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257A2-82A6-4F16-993E-38A3C3F8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Связать датчик, режим, пробу и решение о качестве.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70A24-99AF-4B21-BAA2-2AB72BDA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02 / 36</a:t>
            </a:r>
          </a:p>
        </p:txBody>
      </p:sp>
    </p:spTree>
    <p:extLst>
      <p:ext uri="{BB962C8B-B14F-4D97-AF65-F5344CB8AC3E}">
        <p14:creationId xmlns:p14="http://schemas.microsoft.com/office/powerpoint/2010/main" val="1499328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E8D8D-5380-4F57-8B2F-29668248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Сквозной учебный пример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CBC4E-EC84-4A40-B123-F1030B1C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B5BD2-EEA3-400D-80EC-339E3DC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Дисперсия частиц SiO₂ после гидролиза прекурсора.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3848C-5B08-4970-8049-B0957317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Качество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19D3F-3670-4FC9-B0D6-6BEC11D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Гидродинамический размер после стандартной подготовки пробы.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C152F-6473-4BC9-8E49-ED9832DC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Процесс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8B6F6-A3DA-4AF6-AA2C-940F173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Дозирование, перемешивание, температура и выдержка.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9CB3E-0E29-4EB6-9E19-A26F3BC1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Оговорка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71698-77B2-4D29-B997-80D98787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Все числа условны. Они служат для анализа, а не для выбора промышленного режима.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58728-559E-4584-A1C9-386B0E1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03 / 36</a:t>
            </a:r>
          </a:p>
        </p:txBody>
      </p:sp>
    </p:spTree>
    <p:extLst>
      <p:ext uri="{BB962C8B-B14F-4D97-AF65-F5344CB8AC3E}">
        <p14:creationId xmlns:p14="http://schemas.microsoft.com/office/powerpoint/2010/main" val="106790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54EA6-5C52-403E-85C9-1B267EF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Три масштаба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B288-DA00-4C35-AD3D-B2F221E0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Лаборатория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A3B58-FB63-4F0C-AE3E-185FC40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Пилот и производство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161D7-BDBD-459C-9261-AE7537B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Рецептура, единичный реактор, ручной отбор проб и измерение.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86433-B806-4987-A293-3BD9D724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Геометрия аппарата, время смешения, отвод тепла, смены, сырьевые и продуктовые партии.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849B6-B63A-48D7-94BD-8F2145B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04 / 36</a:t>
            </a:r>
          </a:p>
        </p:txBody>
      </p:sp>
    </p:spTree>
    <p:extLst>
      <p:ext uri="{BB962C8B-B14F-4D97-AF65-F5344CB8AC3E}">
        <p14:creationId xmlns:p14="http://schemas.microsoft.com/office/powerpoint/2010/main" val="1254911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697B9-8F65-4700-A2A8-574F195B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Вопрос при переносе рецептуры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12382-9717-458E-9197-D93C047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Зафиксировать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F8ED6-226C-4128-BEBC-A362FCB4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Состав, концентрации, последовательность и метод контроля качества.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B0660-A7EE-4AF6-8A15-1A161F0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Проверить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E7154-A572-45E6-ACE0-50095552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Физические условия, которые меняются при росте аппарата.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82E43-B8FB-42CE-B56D-5491252E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Решить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AFDB-58E1-4381-8CFF-FA5EEF79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Какие переменные войдут в план пилотных опытов.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B5191-EA42-4ED8-BFBA-49D24DA4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05 / 36</a:t>
            </a:r>
          </a:p>
        </p:txBody>
      </p:sp>
    </p:spTree>
    <p:extLst>
      <p:ext uri="{BB962C8B-B14F-4D97-AF65-F5344CB8AC3E}">
        <p14:creationId xmlns:p14="http://schemas.microsoft.com/office/powerpoint/2010/main" val="1784558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27507-AAF8-4CA3-8864-3167619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Геометрия и теплообмен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EACB4-C79F-42EB-803E-B41E189E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V ∝ L³     A ∝ L²     A/V ∝ 1/L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7D64E-8065-4B26-BDAB-033FBB3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 геометрическом подобии объём растёт быстрее площади поверхности.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79270-5967-4A98-9BA5-2AA8544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Теплоотвод через поверхность на единицу объёма меняется.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5EA69-A503-4D57-8D8F-EF616DD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Реальный аппарат и режим охлаждения требуют отдельного расчёта.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6CAC3-C709-48A1-A43B-A483389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06 / 36</a:t>
            </a:r>
          </a:p>
        </p:txBody>
      </p:sp>
    </p:spTree>
    <p:extLst>
      <p:ext uri="{BB962C8B-B14F-4D97-AF65-F5344CB8AC3E}">
        <p14:creationId xmlns:p14="http://schemas.microsoft.com/office/powerpoint/2010/main" val="1547308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A7FA2-772D-420D-BDF1-8BB4C09A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Локальные условия при смешении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B4989-209A-4C6C-83BE-9B235B20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Малый сосуд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AF283-1125-4FF8-AAEF-9C039FB7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Большой аппарат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B1520-D43B-4785-ABB6-E81BD845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Быстрое добавление может выглядеть воспроизводимым в лаборатории.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B0731-E29A-4598-8637-482544D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Возникают зоны с разной концентрацией и pH; важны точка ввода и время смешения.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AB199-C6F9-4E63-A004-3DC1AC2F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07 / 36</a:t>
            </a:r>
          </a:p>
        </p:txBody>
      </p:sp>
    </p:spTree>
    <p:extLst>
      <p:ext uri="{BB962C8B-B14F-4D97-AF65-F5344CB8AC3E}">
        <p14:creationId xmlns:p14="http://schemas.microsoft.com/office/powerpoint/2010/main" val="223725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31910-75CB-41F7-B05C-DCFFBA0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Сопоставление характерных времён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F0A7B-6965-4FFB-BD10-E763D51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R = tₘᵢₓ / tᵣₓₙ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E66FC-C258-4A74-9613-DA7C7E6C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R — диагностическое отношение для заданных реакции и аппарата.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0A692-27B2-4CEF-AA77-50F893D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Если смешение медленнее превращения, возрастает роль локальных условий.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8CBCD-6086-42DA-B28C-95D4CADC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Отношение не заменяет пилотные опыты и не является универсальным критерием подобия.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6BF7-7DF7-44BF-979C-1F37C4CD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08 / 36</a:t>
            </a:r>
          </a:p>
        </p:txBody>
      </p:sp>
    </p:spTree>
    <p:extLst>
      <p:ext uri="{BB962C8B-B14F-4D97-AF65-F5344CB8AC3E}">
        <p14:creationId xmlns:p14="http://schemas.microsoft.com/office/powerpoint/2010/main" val="1284298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BB77A-D133-4FBF-A206-43F23CC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Наблюдаемые величины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B48D4-593D-4224-BEAE-C269C3E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77A36-1517-4BFA-9B3A-95143544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Партия сырья, масса, концентрация и скорость дозирования.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F6DF2-939D-43CE-807B-B0834601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Состояние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48DFD-1B51-4F20-BB72-F067395D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Температура, pH, частота вращения, время выдержки.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C3091-A74F-4EE9-92B6-99725A3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Выход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AA725-4EEB-406D-A760-1EBF0DE1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Размер по согласованной методике, доля вне допуска, выход.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FCC03-B81D-4189-9287-E395F96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Контекст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C11C5-2403-442C-84FA-49BB2A34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Аппарат, оператор, калибровка и версия процедуры.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62C1E-CA92-4EB3-9430-748D80F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09 / 36</a:t>
            </a:r>
          </a:p>
        </p:txBody>
      </p:sp>
    </p:spTree>
    <p:extLst>
      <p:ext uri="{BB962C8B-B14F-4D97-AF65-F5344CB8AC3E}">
        <p14:creationId xmlns:p14="http://schemas.microsoft.com/office/powerpoint/2010/main" val="1262645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60C3B-E56C-4760-A2DA-66C8354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Величины в учебном кейсе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0982325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0775"/>
                <a:gridCol w="3660775"/>
                <a:gridCol w="36607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Величина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Как получают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Для чего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pH(t)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Датчик и калибровка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Условия гидролиза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T(t), °C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Датчик в аппарате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Тепловая история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q(t), мл/мин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Дозатор или журнал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История подачи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Размер, нм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Лабораторный анализ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Результат партии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2BB56-AFAE-4B1B-85E7-7762C26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Критичность величин подтверждают знанием процесса и данными.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C2027-CF67-4412-A0AF-A064137A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10 / 36</a:t>
            </a:r>
          </a:p>
        </p:txBody>
      </p:sp>
    </p:spTree>
    <p:extLst>
      <p:ext uri="{BB962C8B-B14F-4D97-AF65-F5344CB8AC3E}">
        <p14:creationId xmlns:p14="http://schemas.microsoft.com/office/powerpoint/2010/main" val="1188759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0FC26-02A2-43B8-90D1-2C731D6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Партия как единица наблюдения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E00D3-93F5-4731-9920-41A950B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Партия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73C86-6997-4C5E-A33F-F2205D1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Самостоятельный запуск синтеза в определённом режиме.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4AD61-E7D0-4FAC-9715-F4A390B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Проба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42CDC-13B9-489B-8365-133006A7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Материал, отобранный в установленной точке и моменте.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9BD66-022B-4D74-B506-6926230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DBABC-EAD7-496C-B5E5-DB557D1D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Повтор анализа пробы на приборе.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1C0A5-354B-41D5-AFC4-D4580F9F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Вывод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4E428-00B0-4B9D-B9CD-E5A54597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Шесть измерений одной пробы не равны шести партиям.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1DF06-9079-4B44-A44F-B996E362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11 / 36</a:t>
            </a:r>
          </a:p>
        </p:txBody>
      </p:sp>
    </p:spTree>
    <p:extLst>
      <p:ext uri="{BB962C8B-B14F-4D97-AF65-F5344CB8AC3E}">
        <p14:creationId xmlns:p14="http://schemas.microsoft.com/office/powerpoint/2010/main" val="219054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B042C-04E4-4008-B4EF-6FE76C24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Иерархия идентификаторов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0982325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0775"/>
                <a:gridCol w="3660775"/>
                <a:gridCol w="36607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Таблица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Одна строка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Ключ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batches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Запуск синтеза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batch_id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samples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Отбор материала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sample_id, batch_id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qc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Измерение пробы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measurement_id, sample_id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sensor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Показание датчика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batch_id, time_utc, tag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A88E2-55D3-45D5-9F16-59D051C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Датчики привязаны к времени и названию канала.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9516A-9F3A-4B28-8228-4B922AC2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12 / 36</a:t>
            </a:r>
          </a:p>
        </p:txBody>
      </p:sp>
    </p:spTree>
    <p:extLst>
      <p:ext uri="{BB962C8B-B14F-4D97-AF65-F5344CB8AC3E}">
        <p14:creationId xmlns:p14="http://schemas.microsoft.com/office/powerpoint/2010/main" val="8981683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B2DC3-C65E-4153-A603-9C163BB2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Временные метки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8FE3C-FF3F-4070-821E-0717881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Начало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9E6C6-D337-4E34-A447-9709E3C8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Фиксируют загрузку, старт подачи и отбор пробы.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B9821-E9E2-450F-98EA-9301D13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Синхронизация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28B60-013F-4456-A4BA-D0D1648E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Единая зона времени и отсчёт от начала партии.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21B39-5E73-4873-A3D1-EECB317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Запаздывание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06B39-BF72-4C52-8923-64F76479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Лабораторный результат относится к моменту отбора, а не выдачи отчёта.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7A225-230B-4BC2-B00B-8336E29B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13 / 36</a:t>
            </a:r>
          </a:p>
        </p:txBody>
      </p:sp>
    </p:spTree>
    <p:extLst>
      <p:ext uri="{BB962C8B-B14F-4D97-AF65-F5344CB8AC3E}">
        <p14:creationId xmlns:p14="http://schemas.microsoft.com/office/powerpoint/2010/main" val="6753723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8007D-B090-4D17-83B7-884B2938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Частота датчиков и контроля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B61E7-F3BB-4513-9EFE-16AF0761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Датчики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1C978-7608-4130-920C-FFFB34D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Контроль качества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B3A03-A7EB-4D40-A6AC-27109A38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pH и T могут измеряться каждую секунду или минуту.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BEA9-4E75-49DC-8D08-2982248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Размер частиц определяют по нескольким пробам с задержкой.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8B9F3-38E8-4913-9396-4CA1EEB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14 / 36</a:t>
            </a:r>
          </a:p>
        </p:txBody>
      </p:sp>
    </p:spTree>
    <p:extLst>
      <p:ext uri="{BB962C8B-B14F-4D97-AF65-F5344CB8AC3E}">
        <p14:creationId xmlns:p14="http://schemas.microsoft.com/office/powerpoint/2010/main" val="7200554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43AD-ABD0-433A-978C-E48FD02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Паспорт датчика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586AA-C095-4BA0-84B6-43AFC9F7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Измерение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6084F-8834-472B-A94E-FDB2590B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Величина, единица, место установки и диапазон.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E10FD-6AC2-4413-B078-558CE4DB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Качество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4859-FCC9-4177-9A27-E200807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Частота, пропуски, калибровка и замены.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EFC6C-5B5A-4C77-97C8-0BA10282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Происхождение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ED0C5-99E8-4D27-BEFF-59A6DCE2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Файл или поток, версия преобразования и время выгрузки.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20977-7B95-43D3-BB6A-8E4131D3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15 / 36</a:t>
            </a:r>
          </a:p>
        </p:txBody>
      </p:sp>
    </p:spTree>
    <p:extLst>
      <p:ext uri="{BB962C8B-B14F-4D97-AF65-F5344CB8AC3E}">
        <p14:creationId xmlns:p14="http://schemas.microsoft.com/office/powerpoint/2010/main" val="5810785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B49F5-CA02-4B5A-94A8-23BEF1EA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Замена и калибровка датчика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30993-7CE6-4ACD-86C6-A4CC2A66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Событие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0C5F-86C4-4C18-9F5C-B614FDCB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Новая калибровка меняет отсчёт и без изменения процесса.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75EED-507A-4CE3-88F9-FD4A1CF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02857-8DD7-434F-8A7F-A589DF3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Сопоставляют с контрольным стандартом или независимым каналом.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22DFD-52F2-4B51-9CFA-53E4F2F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История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A796D-7442-4152-BC66-2379E8EA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Сохраняют исходные показания и протокол пересчёта.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C244D-10B2-4AD9-8929-1A93B28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16 / 36</a:t>
            </a:r>
          </a:p>
        </p:txBody>
      </p:sp>
    </p:spTree>
    <p:extLst>
      <p:ext uri="{BB962C8B-B14F-4D97-AF65-F5344CB8AC3E}">
        <p14:creationId xmlns:p14="http://schemas.microsoft.com/office/powerpoint/2010/main" val="2095564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092B6-D236-48D7-8D7A-381AD4C2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Подготовка пробы для DLS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A721C-597A-46FF-9E43-1683763F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Процедура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F797F-74CA-4042-88D1-5929F615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Интерпретация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EE674-A88C-4E48-8911-1505EB80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Разбавление, диспергирование, время после отбора и температура записываются.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F5938-61C5-490C-947A-8B3BFF95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Гидродинамический размер зависит от состояния дисперсии и выбранной методики.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11B44-1A8E-42A7-8C5D-F8FA506E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17 / 36</a:t>
            </a:r>
          </a:p>
        </p:txBody>
      </p:sp>
    </p:spTree>
    <p:extLst>
      <p:ext uri="{BB962C8B-B14F-4D97-AF65-F5344CB8AC3E}">
        <p14:creationId xmlns:p14="http://schemas.microsoft.com/office/powerpoint/2010/main" val="21206467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7396E-0EF4-4EF3-81AF-7B175F4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Цифровая нить партии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C0F73-7605-400B-A431-1D702C2F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886BB-37F9-4EDF-A000-8F7BE07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Сырьё, аппарат, версия рецептуры и плановый режим.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B3241-8F67-4B11-B1A6-4AB48384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Во время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16BEE-39D7-49B6-B08D-E9CBFC8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Ряды датчиков, вмешательства и отклонения.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96AB5-0C33-4930-A8D1-534521C6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После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B7DDA-8604-44E2-9CD5-A6E018C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Пробы, QC, решение о партии и обратная связь.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9D21-8C8B-4691-8A8A-6A257BB2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18 / 36</a:t>
            </a:r>
          </a:p>
        </p:txBody>
      </p:sp>
    </p:spTree>
    <p:extLst>
      <p:ext uri="{BB962C8B-B14F-4D97-AF65-F5344CB8AC3E}">
        <p14:creationId xmlns:p14="http://schemas.microsoft.com/office/powerpoint/2010/main" val="16102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713B8-954C-42B3-9F43-38791A0C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Слияние таблиц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0982325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0775"/>
                <a:gridCol w="3660775"/>
                <a:gridCol w="36607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Шаг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Ключ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Риск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Датчик → партия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batch_id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Размножение QC-строк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Проба → партия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batch_id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Неверный момент отбора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QC → проба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sample_id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Псевдоповторы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Решение → партия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batch_id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Утечка будущего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1643A-FFA7-4FB4-9B70-7632E81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Признаки временного ряда считают до соединения с QC.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E656A-1B93-4D30-9BEA-AE6339BC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19 / 36</a:t>
            </a:r>
          </a:p>
        </p:txBody>
      </p:sp>
    </p:spTree>
    <p:extLst>
      <p:ext uri="{BB962C8B-B14F-4D97-AF65-F5344CB8AC3E}">
        <p14:creationId xmlns:p14="http://schemas.microsoft.com/office/powerpoint/2010/main" val="873694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9824B-E809-40E9-AFA4-033D2319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Проверки перед анализом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6E027-E352-41EB-8E08-A278453C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Ключи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EB689-E808-4816-8B36-F75A87E7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Нет ли повторных и пропущенных batch_id / sample_id.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595F5-0AD4-40A3-88CD-A21DCB6D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Единицы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42F8E-A36F-40CB-B6C9-42E925FC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 смешаны ли минуты и секунды, нм и мкм.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217C5-ED86-4D4C-A24E-2523C25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57022-302E-485B-A64B-86F236D7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Нет ли признаков после момента решения.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E935A-FF02-4FA7-9B41-6295BEC2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События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E41A4-BE75-492F-B62F-A70B60F3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Отмечены ли остановки и ручные вмешательства.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4E3C1-6A7F-4A59-8B3E-5724C5EC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20 / 36</a:t>
            </a:r>
          </a:p>
        </p:txBody>
      </p:sp>
    </p:spTree>
    <p:extLst>
      <p:ext uri="{BB962C8B-B14F-4D97-AF65-F5344CB8AC3E}">
        <p14:creationId xmlns:p14="http://schemas.microsoft.com/office/powerpoint/2010/main" val="18233684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3FC73-2FFC-43E3-B902-26077743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Признаки температурной кривой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A232D-F15D-43F5-B6F4-C19B5B4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подачи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CAC71-2219-4B4A-AFB8-4E3142BF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Начальная температура и стабильность.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8A0BF-EEED-40F6-BB29-5FD0B04D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При подаче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88809-8E7D-47CB-9811-187CB1D3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Максимум и интеграл отклонения от цели.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86CD4-FD42-4E51-A0B1-39CE6EAB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После подачи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0716F-16B6-4B54-829E-5CF01C46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Время возвращения в окно и выдержка.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751C9-A4CF-4CC3-B021-119B4611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Протокол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001E9-AC6F-4019-970D-AD009325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Границы временных окон задают до подгонки модели.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68E1-614B-4159-86A6-E9A8E80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21 / 36</a:t>
            </a:r>
          </a:p>
        </p:txBody>
      </p:sp>
    </p:spTree>
    <p:extLst>
      <p:ext uri="{BB962C8B-B14F-4D97-AF65-F5344CB8AC3E}">
        <p14:creationId xmlns:p14="http://schemas.microsoft.com/office/powerpoint/2010/main" val="10140138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5488B-F36D-4920-BC2E-F0949D52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Корреляция и порядок событий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1DB74-9F6A-43B9-9D73-61BE6D2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Ситуация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413A6-1C24-4C65-95EB-8D5CABB6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Оператор усиливает охлаждение после перегрева.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CF163-3846-4545-9E4E-BFDB44E7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Наблюдение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A1FD-A031-4181-948B-D500C0E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Сильное охлаждение связано с худшим качеством.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763BB-1AB9-4C1F-8210-40B7BBC3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Толкование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25134-22A6-434F-A8B6-A575481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Охлаждение может быть следствием уже начавшегося отклонения.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53D09-C65C-4D1A-8EA1-E25B006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10C4-F0D6-4F9B-9B02-3FEE8193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Установить порядок событий и проверить гипотезу опытом.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240E1-4B43-4E9D-A5EA-3CC41841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22 / 36</a:t>
            </a:r>
          </a:p>
        </p:txBody>
      </p:sp>
    </p:spTree>
    <p:extLst>
      <p:ext uri="{BB962C8B-B14F-4D97-AF65-F5344CB8AC3E}">
        <p14:creationId xmlns:p14="http://schemas.microsoft.com/office/powerpoint/2010/main" val="9039950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D2775-004C-4B24-A9FC-C4129AAE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Учебные партии: уровень и разброс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7429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71048dbd7247f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60CB8-78B0-46D8-9AFB-B1FE9243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B01–B05: исходный режим.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2E98D-146C-475B-BC7E-C5B4F44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718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B06–B10: условия изменились.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FDF9C-B020-43F0-BF21-C54B83DF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Средние по партиям; причину по графику не доказать.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C136D-FA6F-4581-8C88-823A6E18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23 / 36</a:t>
            </a:r>
          </a:p>
        </p:txBody>
      </p:sp>
    </p:spTree>
    <p:extLst>
      <p:ext uri="{BB962C8B-B14F-4D97-AF65-F5344CB8AC3E}">
        <p14:creationId xmlns:p14="http://schemas.microsoft.com/office/powerpoint/2010/main" val="20869416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42814-0BFD-4ACB-B20E-5B0F7C46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Разброс внутри и между партиями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DC5B1-78AD-45E7-8AC2-10EB0FC1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yᵢⱼ = μ + bᵢ + εᵢⱼ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9ADFB-021B-410B-8E68-866EF43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bᵢ — отличие партии i, εᵢⱼ — вариация повторов.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8A48-6181-4660-86C1-AE06355B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Следует разделять разброс проб и приборный повтор.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F019A-7C29-4913-BAAC-A00C126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Оценка компонент разброса требует независимых партий.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B64B5-AAC7-4583-B48A-3C8884F6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24 / 36</a:t>
            </a:r>
          </a:p>
        </p:txBody>
      </p:sp>
    </p:spTree>
    <p:extLst>
      <p:ext uri="{BB962C8B-B14F-4D97-AF65-F5344CB8AC3E}">
        <p14:creationId xmlns:p14="http://schemas.microsoft.com/office/powerpoint/2010/main" val="12508474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6D4B5-CC27-4F9E-B10F-44C45FAA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Среднее и диапазон партии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ED53F-D971-4D8D-AD81-5C3B851B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Среднее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1E0DD-721C-4570-B60D-6281507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Сравнение партий при репрезентативном отборе.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E985E-72E0-478A-B4DD-35E68028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Диапазон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3DDB2-01EA-458C-82CA-22BF5CC4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Неоднородность отбора и разброс анализа.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C8A28-ECD9-4D18-B20F-DBDD1F83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Ограничение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86F9A-8B34-4EB4-BF36-1E87DEDA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Удачное среднее не подтверждает стабильность выпуска.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2BDBD-61A7-4DDB-A089-B66E95FC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25 / 36</a:t>
            </a:r>
          </a:p>
        </p:txBody>
      </p:sp>
    </p:spTree>
    <p:extLst>
      <p:ext uri="{BB962C8B-B14F-4D97-AF65-F5344CB8AC3E}">
        <p14:creationId xmlns:p14="http://schemas.microsoft.com/office/powerpoint/2010/main" val="14550284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DE8E6-1E70-435E-ADDE-F14AF13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Сдвиг и дрейф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86A55-0774-458D-B2DE-B4CE82A7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Сдвиг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3B6EA-E6AD-4FF0-A1AA-8F5ABF71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Дрейф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7B522-1A53-4BD9-95EE-9ED4A41C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После смены сырья, рецептуры или датчика уровень резко меняется.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B9C71-0BF7-4DB4-8725-7DFF8BCB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Уровень меняется постепенно из-за аппарата, среды или измерения.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5E3A1-0598-4455-80E1-9CA75175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26 / 36</a:t>
            </a:r>
          </a:p>
        </p:txBody>
      </p:sp>
    </p:spTree>
    <p:extLst>
      <p:ext uri="{BB962C8B-B14F-4D97-AF65-F5344CB8AC3E}">
        <p14:creationId xmlns:p14="http://schemas.microsoft.com/office/powerpoint/2010/main" val="9072745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EA81-22D4-48C1-AA88-034C1B0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Окно допустимых режимов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A246B-AD3C-4CDC-9563-6EED6082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Качество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992D2-5594-4FE4-ADC2-DE52EB8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Спецификация и способ измерения задаются заранее.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5606F-37BD-418A-98AB-AA6A5BE0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Ограничения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C55EA-0847-4A1E-B0DD-CCADD71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Оборудование, безопасность и расход ресурсов.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1CA2D-C6B8-46E3-999E-69B470E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Надёжность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502F2-C539-48EE-BF1F-28590F5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Проверяется доля партий в допуске, а не только лучшая точка.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BDD12-05B9-4CB5-936D-752461FF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27 / 36</a:t>
            </a:r>
          </a:p>
        </p:txBody>
      </p:sp>
    </p:spTree>
    <p:extLst>
      <p:ext uri="{BB962C8B-B14F-4D97-AF65-F5344CB8AC3E}">
        <p14:creationId xmlns:p14="http://schemas.microsoft.com/office/powerpoint/2010/main" val="20050985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C00D2-9F05-4F7E-892E-6161590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Проверка на новых партиях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B491B-C5B0-47C4-92A1-7D1E80AD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Разделение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A61C7-3807-42F8-A4C1-4F14E66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Обучение и проверка группируются по batch_id.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75A60-90B2-4900-AC31-5FBB1E03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Время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737D0-8324-4167-8CEA-EB4F4125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Для будущего прогноза используют более поздние партии.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5DFBE-40C9-4FBA-8FFD-6C93DDF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Отчёт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A4AC7-1F77-4287-A3F8-DD6CD3EE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Число партий, ошибка, интервал и доля вне допуска.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5816A-F805-4C36-A5D9-5C7E0C48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28 / 36</a:t>
            </a:r>
          </a:p>
        </p:txBody>
      </p:sp>
    </p:spTree>
    <p:extLst>
      <p:ext uri="{BB962C8B-B14F-4D97-AF65-F5344CB8AC3E}">
        <p14:creationId xmlns:p14="http://schemas.microsoft.com/office/powerpoint/2010/main" val="15806451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B9C41-458D-4616-A4E4-D2CC9866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Кейс: переход с 2 на 20 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940C1-0AFD-4A06-804D-463E88B4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Наблюдение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14D7B-822D-44CC-990D-41DA32B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После переноса средний размер увеличился.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549FC-A68E-45EF-AB4A-233D751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F123-6ED2-4AAB-8741-A1EA5575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pH(t), T(t), подача и шесть партий каждого масштаба.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9AC48-EF99-427B-999B-2BAA89A6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Сначала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79B84-1558-460C-89F3-79986F78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Проверить метод QC, сырьё и сопоставимость временных окон.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7BBED-C095-4E0E-9958-0903C70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29 / 36</a:t>
            </a:r>
          </a:p>
        </p:txBody>
      </p:sp>
    </p:spTree>
    <p:extLst>
      <p:ext uri="{BB962C8B-B14F-4D97-AF65-F5344CB8AC3E}">
        <p14:creationId xmlns:p14="http://schemas.microsoft.com/office/powerpoint/2010/main" val="11326005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95D67-603F-4421-BF67-DBE6998B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Что запросить для сравнения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0982325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0775"/>
                <a:gridCol w="3660775"/>
                <a:gridCol w="36607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Блок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Нужно знать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Вопрос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Геометрия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Схема, мешалка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Изменилось ли смешение?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Тепло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Мощность, охлаждение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Изменилась ли T(t)?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Подача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Профиль q(t)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Есть ли локальные пики?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QC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Отбор и подготовка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Сопоставим ли размер?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7C619-C352-465A-81E7-2060EA9C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10522140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BCB07-7D1A-4907-9C23-41FDB64C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План пилотного опыта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9B90-6164-4DEE-9DAC-F18FFF7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Гипотеза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C2626-FC7C-4717-8074-8A1E8FE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Предполагаемый механизм записывают заранее.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F1AB-6A07-4E34-81D0-378C2090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Изменение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8D30D-3E6F-4DEE-9067-1486AE4E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Меняют один фактор или спланированное сочетание.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386F5-CCFB-4D45-90D6-69C810E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Контроль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6797B-9B1B-465D-A358-AD957AA9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Повторные партии и единая методика QC.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5A92-9344-4B41-A80F-1C13974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Критерий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0A526-8841-4496-8C00-7206B52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Условия успеха и остановки определены до опыта.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8F569-8A26-4DAA-B5FC-A34EDDD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31 / 36</a:t>
            </a:r>
          </a:p>
        </p:txBody>
      </p:sp>
    </p:spTree>
    <p:extLst>
      <p:ext uri="{BB962C8B-B14F-4D97-AF65-F5344CB8AC3E}">
        <p14:creationId xmlns:p14="http://schemas.microsoft.com/office/powerpoint/2010/main" val="5290664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F236E-4C84-4DA1-8905-9EA2E7B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четыре таблицы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3A94-CF10-43B0-943B-E54A1B7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batches.csv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2B958-6195-4F3E-9D1B-D8BC8F9D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batch_id, recipe_version, vessel, raw_lot, start_utc.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DEEE5-F9F2-44E7-AFB8-853291D3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sensor.csv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671C7-DCF1-4305-8C71-6411B26D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batch_id, time_utc, tag, value, unit, calibration_id.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6E40D-1842-4848-8B51-5D213F4F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samples.csv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37361-E770-4DB2-B1F0-5B3AF894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sample_id, batch_id, draw_utc, position.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21F88-7DFA-4E41-A0CE-DDD5EB4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qc.csv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5815E-C190-41DC-9D7B-AE7BDF40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measurement_id, sample_id, size_nm, method_version.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E57A3-E932-43AF-ADD2-4FD3879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32 / 36</a:t>
            </a:r>
          </a:p>
        </p:txBody>
      </p:sp>
    </p:spTree>
    <p:extLst>
      <p:ext uri="{BB962C8B-B14F-4D97-AF65-F5344CB8AC3E}">
        <p14:creationId xmlns:p14="http://schemas.microsoft.com/office/powerpoint/2010/main" val="1085612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FB67B-762A-4B94-AED7-0EA1DCA6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аналитический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A8C24-A6F4-4D7C-8FEC-055E049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Фигура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63966-A893-472F-A154-C24DD975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Размер по партиям с пометками смен режима и калибровки.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C8E8C-6129-482A-8A56-B8D4B99C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Таблица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0E5B8-C7B9-4DFC-8EB2-7EEE84D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Одна строка на партию с признаками и QC.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4303A-E4F9-4F7A-B97A-20AB8AC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99C46-74F6-46E0-A918-EDCB9EEA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Два возможных механизма и план их проверки.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4AF41-8997-4623-A30B-CF808E9C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33 / 36</a:t>
            </a:r>
          </a:p>
        </p:txBody>
      </p:sp>
    </p:spTree>
    <p:extLst>
      <p:ext uri="{BB962C8B-B14F-4D97-AF65-F5344CB8AC3E}">
        <p14:creationId xmlns:p14="http://schemas.microsoft.com/office/powerpoint/2010/main" val="34989545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AB6B2-59A5-464F-A049-0EAF2AA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Самостоятельная работа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3F2B7-E528-46D4-9378-9D334D1B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Свой 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C419B-600F-4164-872E-BC538CC1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Выбрать параметр качества по исследовательской теме.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C6AD8-6632-4751-9614-E52563BC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Идентификаторы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AF795-C86F-471F-82A8-CA109CD0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Нарисовать связь партии, пробы и измерения.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0F553-B98B-4325-B14A-EC0C2610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Масштаб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D79BA-4502-416A-838C-542D6C96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Назвать два физических фактора переноса.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769B3-91C7-4C79-9246-986E0072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34 / 36</a:t>
            </a:r>
          </a:p>
        </p:txBody>
      </p:sp>
    </p:spTree>
    <p:extLst>
      <p:ext uri="{BB962C8B-B14F-4D97-AF65-F5344CB8AC3E}">
        <p14:creationId xmlns:p14="http://schemas.microsoft.com/office/powerpoint/2010/main" val="6566160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21C0C-A0B0-45A1-B341-A12EA3A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Главные 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F0518-F242-4FB2-92F9-AEBE4D7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Перенос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10C98-3FBF-4158-BDE5-D4022F24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Рецептуру дополняют физика аппарата и история режима.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4AC8-6076-4423-94E3-A7EF8B8A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Единица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58556-BE22-4F89-A61F-65C6DCB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Вывод о выпуске опирается на независимые партии.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54CAF-4092-4E8E-A2C1-83CCC23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След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38249-65E7-4B9A-970E-AA3748E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Версии, события и ключи помогают разбирать отклонения.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15453-2B51-4C9F-8376-DC1FFAC2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35 / 36</a:t>
            </a:r>
          </a:p>
        </p:txBody>
      </p:sp>
    </p:spTree>
    <p:extLst>
      <p:ext uri="{BB962C8B-B14F-4D97-AF65-F5344CB8AC3E}">
        <p14:creationId xmlns:p14="http://schemas.microsoft.com/office/powerpoint/2010/main" val="15095180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1A15D-837E-43F4-BD5E-9A2FC7ED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Далее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EA653-25E2-48EB-B118-F143E98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Мониторинг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0856A-1FFE-4E18-B522-2EE985C8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Контрольные карты, дрейф и действия по сигналу.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EED45-6C70-437E-AD8B-ABAE4CA4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E262-9CC2-446A-B18F-DF8F3A1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Цифровой двойник с проверкой по новым партиям.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44C0A-DFB4-4A05-8470-3DDA8DB7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Эксперимент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2047-4EAB-43B4-8A91-F34BF913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Выбор следующего допустимого режима.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AFA98-F3B2-4E8F-B1A2-7778D17F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36 / 36</a:t>
            </a:r>
          </a:p>
        </p:txBody>
      </p:sp>
    </p:spTree>
    <p:extLst>
      <p:ext uri="{BB962C8B-B14F-4D97-AF65-F5344CB8AC3E}">
        <p14:creationId xmlns:p14="http://schemas.microsoft.com/office/powerpoint/2010/main" val="606345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2026-09-25T13:06:35.7320000Z</dcterms:created>
  <dcterms:modified xsi:type="dcterms:W3CDTF">2026-09-25T13:06:35.7320000Z</dcterms:modified>
</coreProperties>
</file>