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a48b18f0f445f9" /><Relationship Type="http://schemas.openxmlformats.org/officeDocument/2006/relationships/extended-properties" Target="/docProps/app.xml" Id="R6397c52314224834" /><Relationship Type="http://schemas.openxmlformats.org/officeDocument/2006/relationships/officeDocument" Target="/ppt/presentation.xml" Id="R8b0fbc5c40cb49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a4f38025a2475c"/>
  </p:sldMasterIdLst>
  <p:notesMasterIdLst>
    <p:notesMasterId xmlns:r="http://schemas.openxmlformats.org/officeDocument/2006/relationships" r:id="R5f879541239a42a1"/>
  </p:notesMasterIdLst>
  <p:sldIdLst>
    <p:sldId xmlns:r="http://schemas.openxmlformats.org/officeDocument/2006/relationships" id="256" r:id="R80340d75ee0346ef"/>
    <p:sldId xmlns:r="http://schemas.openxmlformats.org/officeDocument/2006/relationships" id="257" r:id="Rc471f4f111e44626"/>
    <p:sldId xmlns:r="http://schemas.openxmlformats.org/officeDocument/2006/relationships" id="258" r:id="Rbf571c9645264c50"/>
    <p:sldId xmlns:r="http://schemas.openxmlformats.org/officeDocument/2006/relationships" id="259" r:id="R0a9a69057b134aca"/>
    <p:sldId xmlns:r="http://schemas.openxmlformats.org/officeDocument/2006/relationships" id="260" r:id="R08bd5ac56b55471e"/>
    <p:sldId xmlns:r="http://schemas.openxmlformats.org/officeDocument/2006/relationships" id="261" r:id="R6c531c083b4444b0"/>
    <p:sldId xmlns:r="http://schemas.openxmlformats.org/officeDocument/2006/relationships" id="262" r:id="R6fd6612960724356"/>
    <p:sldId xmlns:r="http://schemas.openxmlformats.org/officeDocument/2006/relationships" id="263" r:id="R0c05a03d360c496d"/>
    <p:sldId xmlns:r="http://schemas.openxmlformats.org/officeDocument/2006/relationships" id="264" r:id="R456a64ad8b744101"/>
    <p:sldId xmlns:r="http://schemas.openxmlformats.org/officeDocument/2006/relationships" id="265" r:id="R4fb88384cb4f496b"/>
    <p:sldId xmlns:r="http://schemas.openxmlformats.org/officeDocument/2006/relationships" id="266" r:id="R8aa4ba4b39504e76"/>
    <p:sldId xmlns:r="http://schemas.openxmlformats.org/officeDocument/2006/relationships" id="267" r:id="R97282b21d9e14e06"/>
    <p:sldId xmlns:r="http://schemas.openxmlformats.org/officeDocument/2006/relationships" id="268" r:id="R5bfbd585beaf4fb4"/>
    <p:sldId xmlns:r="http://schemas.openxmlformats.org/officeDocument/2006/relationships" id="269" r:id="Rd78a1b9df4bf4a8d"/>
    <p:sldId xmlns:r="http://schemas.openxmlformats.org/officeDocument/2006/relationships" id="270" r:id="Ra567ac93f4c14285"/>
    <p:sldId xmlns:r="http://schemas.openxmlformats.org/officeDocument/2006/relationships" id="271" r:id="R3185c67291d54987"/>
    <p:sldId xmlns:r="http://schemas.openxmlformats.org/officeDocument/2006/relationships" id="272" r:id="R9878e5adb0184b29"/>
    <p:sldId xmlns:r="http://schemas.openxmlformats.org/officeDocument/2006/relationships" id="273" r:id="R96fbd97942d64d79"/>
    <p:sldId xmlns:r="http://schemas.openxmlformats.org/officeDocument/2006/relationships" id="274" r:id="R4f0096859eea43b9"/>
    <p:sldId xmlns:r="http://schemas.openxmlformats.org/officeDocument/2006/relationships" id="275" r:id="R59ae57a6dce14f42"/>
    <p:sldId xmlns:r="http://schemas.openxmlformats.org/officeDocument/2006/relationships" id="276" r:id="R5d43cdf879964876"/>
    <p:sldId xmlns:r="http://schemas.openxmlformats.org/officeDocument/2006/relationships" id="277" r:id="R586d9fbe7d204b6d"/>
    <p:sldId xmlns:r="http://schemas.openxmlformats.org/officeDocument/2006/relationships" id="278" r:id="R523e89080d054ec6"/>
    <p:sldId xmlns:r="http://schemas.openxmlformats.org/officeDocument/2006/relationships" id="279" r:id="Rfe0b2ee405764bdf"/>
    <p:sldId xmlns:r="http://schemas.openxmlformats.org/officeDocument/2006/relationships" id="280" r:id="R472ce69b5f8d4a55"/>
    <p:sldId xmlns:r="http://schemas.openxmlformats.org/officeDocument/2006/relationships" id="281" r:id="R0576c3ec02c74f89"/>
    <p:sldId xmlns:r="http://schemas.openxmlformats.org/officeDocument/2006/relationships" id="282" r:id="R0874eab575dc4060"/>
    <p:sldId xmlns:r="http://schemas.openxmlformats.org/officeDocument/2006/relationships" id="283" r:id="Rac7ea84192f842e0"/>
    <p:sldId xmlns:r="http://schemas.openxmlformats.org/officeDocument/2006/relationships" id="284" r:id="R22bd59c924d14a0b"/>
    <p:sldId xmlns:r="http://schemas.openxmlformats.org/officeDocument/2006/relationships" id="285" r:id="Rbc0a8e598bbd4790"/>
    <p:sldId xmlns:r="http://schemas.openxmlformats.org/officeDocument/2006/relationships" id="286" r:id="Reec6a44ab4e343b8"/>
    <p:sldId xmlns:r="http://schemas.openxmlformats.org/officeDocument/2006/relationships" id="287" r:id="R18b187b628f64423"/>
    <p:sldId xmlns:r="http://schemas.openxmlformats.org/officeDocument/2006/relationships" id="288" r:id="R64a4289638b144c2"/>
    <p:sldId xmlns:r="http://schemas.openxmlformats.org/officeDocument/2006/relationships" id="289" r:id="Rea2c714776824a23"/>
    <p:sldId xmlns:r="http://schemas.openxmlformats.org/officeDocument/2006/relationships" id="290" r:id="Rf6b63f7cb11149dd"/>
    <p:sldId xmlns:r="http://schemas.openxmlformats.org/officeDocument/2006/relationships" id="291" r:id="R974abbc53bed4a81"/>
    <p:sldId xmlns:r="http://schemas.openxmlformats.org/officeDocument/2006/relationships" id="292" r:id="R4579482ce7e84216"/>
    <p:sldId xmlns:r="http://schemas.openxmlformats.org/officeDocument/2006/relationships" id="293" r:id="R2a9dad861e874346"/>
    <p:sldId xmlns:r="http://schemas.openxmlformats.org/officeDocument/2006/relationships" id="294" r:id="R11de5dfacf5846d5"/>
    <p:sldId xmlns:r="http://schemas.openxmlformats.org/officeDocument/2006/relationships" id="295" r:id="Rb5b3056b82984a6b"/>
    <p:sldId xmlns:r="http://schemas.openxmlformats.org/officeDocument/2006/relationships" id="296" r:id="R9fb0c6cedd4f4ee4"/>
    <p:sldId xmlns:r="http://schemas.openxmlformats.org/officeDocument/2006/relationships" id="297" r:id="R2e653b3a994a4b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71376abe9d4d05" /><Relationship Type="http://schemas.openxmlformats.org/officeDocument/2006/relationships/slideMaster" Target="/ppt/slideMasters/slideMaster1.xml" Id="R04a4f38025a2475c" /><Relationship Type="http://schemas.openxmlformats.org/officeDocument/2006/relationships/notesMaster" Target="/ppt/notesMasters/notesMaster1.xml" Id="R5f879541239a42a1" /><Relationship Type="http://schemas.openxmlformats.org/officeDocument/2006/relationships/presProps" Target="/ppt/presProps.xml" Id="R03492bbdbe704bf8" /><Relationship Type="http://schemas.openxmlformats.org/officeDocument/2006/relationships/tableStyles" Target="/ppt/tableStyles.xml" Id="Rafd42b493f404ee3" /><Relationship Type="http://schemas.openxmlformats.org/officeDocument/2006/relationships/slide" Target="/ppt/slides/slide1.xml" Id="R80340d75ee0346ef" /><Relationship Type="http://schemas.openxmlformats.org/officeDocument/2006/relationships/slide" Target="/ppt/slides/slide2.xml" Id="Rc471f4f111e44626" /><Relationship Type="http://schemas.openxmlformats.org/officeDocument/2006/relationships/slide" Target="/ppt/slides/slide3.xml" Id="Rbf571c9645264c50" /><Relationship Type="http://schemas.openxmlformats.org/officeDocument/2006/relationships/slide" Target="/ppt/slides/slide4.xml" Id="R0a9a69057b134aca" /><Relationship Type="http://schemas.openxmlformats.org/officeDocument/2006/relationships/slide" Target="/ppt/slides/slide5.xml" Id="R08bd5ac56b55471e" /><Relationship Type="http://schemas.openxmlformats.org/officeDocument/2006/relationships/slide" Target="/ppt/slides/slide6.xml" Id="R6c531c083b4444b0" /><Relationship Type="http://schemas.openxmlformats.org/officeDocument/2006/relationships/slide" Target="/ppt/slides/slide7.xml" Id="R6fd6612960724356" /><Relationship Type="http://schemas.openxmlformats.org/officeDocument/2006/relationships/slide" Target="/ppt/slides/slide8.xml" Id="R0c05a03d360c496d" /><Relationship Type="http://schemas.openxmlformats.org/officeDocument/2006/relationships/slide" Target="/ppt/slides/slide9.xml" Id="R456a64ad8b744101" /><Relationship Type="http://schemas.openxmlformats.org/officeDocument/2006/relationships/slide" Target="/ppt/slides/slide10.xml" Id="R4fb88384cb4f496b" /><Relationship Type="http://schemas.openxmlformats.org/officeDocument/2006/relationships/slide" Target="/ppt/slides/slide11.xml" Id="R8aa4ba4b39504e76" /><Relationship Type="http://schemas.openxmlformats.org/officeDocument/2006/relationships/slide" Target="/ppt/slides/slide12.xml" Id="R97282b21d9e14e06" /><Relationship Type="http://schemas.openxmlformats.org/officeDocument/2006/relationships/slide" Target="/ppt/slides/slide13.xml" Id="R5bfbd585beaf4fb4" /><Relationship Type="http://schemas.openxmlformats.org/officeDocument/2006/relationships/slide" Target="/ppt/slides/slide14.xml" Id="Rd78a1b9df4bf4a8d" /><Relationship Type="http://schemas.openxmlformats.org/officeDocument/2006/relationships/slide" Target="/ppt/slides/slide15.xml" Id="Ra567ac93f4c14285" /><Relationship Type="http://schemas.openxmlformats.org/officeDocument/2006/relationships/slide" Target="/ppt/slides/slide16.xml" Id="R3185c67291d54987" /><Relationship Type="http://schemas.openxmlformats.org/officeDocument/2006/relationships/slide" Target="/ppt/slides/slide17.xml" Id="R9878e5adb0184b29" /><Relationship Type="http://schemas.openxmlformats.org/officeDocument/2006/relationships/slide" Target="/ppt/slides/slide18.xml" Id="R96fbd97942d64d79" /><Relationship Type="http://schemas.openxmlformats.org/officeDocument/2006/relationships/slide" Target="/ppt/slides/slide19.xml" Id="R4f0096859eea43b9" /><Relationship Type="http://schemas.openxmlformats.org/officeDocument/2006/relationships/slide" Target="/ppt/slides/slide20.xml" Id="R59ae57a6dce14f42" /><Relationship Type="http://schemas.openxmlformats.org/officeDocument/2006/relationships/slide" Target="/ppt/slides/slide21.xml" Id="R5d43cdf879964876" /><Relationship Type="http://schemas.openxmlformats.org/officeDocument/2006/relationships/slide" Target="/ppt/slides/slide22.xml" Id="R586d9fbe7d204b6d" /><Relationship Type="http://schemas.openxmlformats.org/officeDocument/2006/relationships/slide" Target="/ppt/slides/slide23.xml" Id="R523e89080d054ec6" /><Relationship Type="http://schemas.openxmlformats.org/officeDocument/2006/relationships/slide" Target="/ppt/slides/slide24.xml" Id="Rfe0b2ee405764bdf" /><Relationship Type="http://schemas.openxmlformats.org/officeDocument/2006/relationships/slide" Target="/ppt/slides/slide25.xml" Id="R472ce69b5f8d4a55" /><Relationship Type="http://schemas.openxmlformats.org/officeDocument/2006/relationships/slide" Target="/ppt/slides/slide26.xml" Id="R0576c3ec02c74f89" /><Relationship Type="http://schemas.openxmlformats.org/officeDocument/2006/relationships/slide" Target="/ppt/slides/slide27.xml" Id="R0874eab575dc4060" /><Relationship Type="http://schemas.openxmlformats.org/officeDocument/2006/relationships/slide" Target="/ppt/slides/slide28.xml" Id="Rac7ea84192f842e0" /><Relationship Type="http://schemas.openxmlformats.org/officeDocument/2006/relationships/slide" Target="/ppt/slides/slide29.xml" Id="R22bd59c924d14a0b" /><Relationship Type="http://schemas.openxmlformats.org/officeDocument/2006/relationships/slide" Target="/ppt/slides/slide30.xml" Id="Rbc0a8e598bbd4790" /><Relationship Type="http://schemas.openxmlformats.org/officeDocument/2006/relationships/slide" Target="/ppt/slides/slide31.xml" Id="Reec6a44ab4e343b8" /><Relationship Type="http://schemas.openxmlformats.org/officeDocument/2006/relationships/slide" Target="/ppt/slides/slide32.xml" Id="R18b187b628f64423" /><Relationship Type="http://schemas.openxmlformats.org/officeDocument/2006/relationships/slide" Target="/ppt/slides/slide33.xml" Id="R64a4289638b144c2" /><Relationship Type="http://schemas.openxmlformats.org/officeDocument/2006/relationships/slide" Target="/ppt/slides/slide34.xml" Id="Rea2c714776824a23" /><Relationship Type="http://schemas.openxmlformats.org/officeDocument/2006/relationships/slide" Target="/ppt/slides/slide35.xml" Id="Rf6b63f7cb11149dd" /><Relationship Type="http://schemas.openxmlformats.org/officeDocument/2006/relationships/slide" Target="/ppt/slides/slide36.xml" Id="R974abbc53bed4a81" /><Relationship Type="http://schemas.openxmlformats.org/officeDocument/2006/relationships/slide" Target="/ppt/slides/slide37.xml" Id="R4579482ce7e84216" /><Relationship Type="http://schemas.openxmlformats.org/officeDocument/2006/relationships/slide" Target="/ppt/slides/slide38.xml" Id="R2a9dad861e874346" /><Relationship Type="http://schemas.openxmlformats.org/officeDocument/2006/relationships/slide" Target="/ppt/slides/slide39.xml" Id="R11de5dfacf5846d5" /><Relationship Type="http://schemas.openxmlformats.org/officeDocument/2006/relationships/slide" Target="/ppt/slides/slide40.xml" Id="Rb5b3056b82984a6b" /><Relationship Type="http://schemas.openxmlformats.org/officeDocument/2006/relationships/slide" Target="/ppt/slides/slide41.xml" Id="R9fb0c6cedd4f4ee4" /><Relationship Type="http://schemas.openxmlformats.org/officeDocument/2006/relationships/slide" Target="/ppt/slides/slide42.xml" Id="R2e653b3a994a4b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9091468d104d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46ed2acb794ffd" /><Relationship Type="http://schemas.openxmlformats.org/officeDocument/2006/relationships/notesMaster" Target="/ppt/notesMasters/notesMaster1.xml" Id="Ra65e3e780ce44a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587a0301a341df" /><Relationship Type="http://schemas.openxmlformats.org/officeDocument/2006/relationships/notesMaster" Target="/ppt/notesMasters/notesMaster1.xml" Id="R6f39f7b503f247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3de0cbf363468b" /><Relationship Type="http://schemas.openxmlformats.org/officeDocument/2006/relationships/notesMaster" Target="/ppt/notesMasters/notesMaster1.xml" Id="R1bc2414d914c44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8c70b98f124288" /><Relationship Type="http://schemas.openxmlformats.org/officeDocument/2006/relationships/notesMaster" Target="/ppt/notesMasters/notesMaster1.xml" Id="R5bfd8a5006d243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7b128cbe30444a" /><Relationship Type="http://schemas.openxmlformats.org/officeDocument/2006/relationships/notesMaster" Target="/ppt/notesMasters/notesMaster1.xml" Id="R9c1cb59b25db45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a9b088c2e14279" /><Relationship Type="http://schemas.openxmlformats.org/officeDocument/2006/relationships/notesMaster" Target="/ppt/notesMasters/notesMaster1.xml" Id="R33858f0971b740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2e47217ff84842" /><Relationship Type="http://schemas.openxmlformats.org/officeDocument/2006/relationships/notesMaster" Target="/ppt/notesMasters/notesMaster1.xml" Id="R1a41dffe100847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6a6c8ba63b4c75" /><Relationship Type="http://schemas.openxmlformats.org/officeDocument/2006/relationships/notesMaster" Target="/ppt/notesMasters/notesMaster1.xml" Id="R1eb95247343c41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82e19d25024d7e" /><Relationship Type="http://schemas.openxmlformats.org/officeDocument/2006/relationships/notesMaster" Target="/ppt/notesMasters/notesMaster1.xml" Id="R586515685a914c2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4903ad9c5d4266" /><Relationship Type="http://schemas.openxmlformats.org/officeDocument/2006/relationships/notesMaster" Target="/ppt/notesMasters/notesMaster1.xml" Id="R8153bad71da44c7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0826d46a6784b14" /><Relationship Type="http://schemas.openxmlformats.org/officeDocument/2006/relationships/notesMaster" Target="/ppt/notesMasters/notesMaster1.xml" Id="R7c5e26c3f4e1461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7500ea507a24f02" /><Relationship Type="http://schemas.openxmlformats.org/officeDocument/2006/relationships/notesMaster" Target="/ppt/notesMasters/notesMaster1.xml" Id="R81cd7220b2444bf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6ce8ca8ff134df6" /><Relationship Type="http://schemas.openxmlformats.org/officeDocument/2006/relationships/notesMaster" Target="/ppt/notesMasters/notesMaster1.xml" Id="Rb29bd7c6d02741a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b4a00967e564ab3" /><Relationship Type="http://schemas.openxmlformats.org/officeDocument/2006/relationships/notesMaster" Target="/ppt/notesMasters/notesMaster1.xml" Id="R3d6dea8c24cb4f9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45b99f2c81c4c65" /><Relationship Type="http://schemas.openxmlformats.org/officeDocument/2006/relationships/notesMaster" Target="/ppt/notesMasters/notesMaster1.xml" Id="R1663d62a517e486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40e76f2e9f7408a" /><Relationship Type="http://schemas.openxmlformats.org/officeDocument/2006/relationships/notesMaster" Target="/ppt/notesMasters/notesMaster1.xml" Id="R267760e1b4f7429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9ebeaf848cb4f8d" /><Relationship Type="http://schemas.openxmlformats.org/officeDocument/2006/relationships/notesMaster" Target="/ppt/notesMasters/notesMaster1.xml" Id="R921e4f8ccc9640d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cfa8f8efc344133" /><Relationship Type="http://schemas.openxmlformats.org/officeDocument/2006/relationships/notesMaster" Target="/ppt/notesMasters/notesMaster1.xml" Id="R248a477408ac4b5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80ce3b6f2a94af8" /><Relationship Type="http://schemas.openxmlformats.org/officeDocument/2006/relationships/notesMaster" Target="/ppt/notesMasters/notesMaster1.xml" Id="Rd9240c986daa4f5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1e9d1670cb04767" /><Relationship Type="http://schemas.openxmlformats.org/officeDocument/2006/relationships/notesMaster" Target="/ppt/notesMasters/notesMaster1.xml" Id="R222574edaf324f5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94aee12b9dc45b6" /><Relationship Type="http://schemas.openxmlformats.org/officeDocument/2006/relationships/notesMaster" Target="/ppt/notesMasters/notesMaster1.xml" Id="R3e053b2b1f69492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69b708a661d4d6d" /><Relationship Type="http://schemas.openxmlformats.org/officeDocument/2006/relationships/notesMaster" Target="/ppt/notesMasters/notesMaster1.xml" Id="Rc8181acd78734db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942d106060a495f" /><Relationship Type="http://schemas.openxmlformats.org/officeDocument/2006/relationships/notesMaster" Target="/ppt/notesMasters/notesMaster1.xml" Id="R9f350df56e104f3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237c69f3ef845a3" /><Relationship Type="http://schemas.openxmlformats.org/officeDocument/2006/relationships/notesMaster" Target="/ppt/notesMasters/notesMaster1.xml" Id="R73e4210ca450488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8153cbeafec4a73" /><Relationship Type="http://schemas.openxmlformats.org/officeDocument/2006/relationships/notesMaster" Target="/ppt/notesMasters/notesMaster1.xml" Id="Rc29e77052c1d4e1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60e16261ac04d84" /><Relationship Type="http://schemas.openxmlformats.org/officeDocument/2006/relationships/notesMaster" Target="/ppt/notesMasters/notesMaster1.xml" Id="Rf2cdf5bfa0f54bc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5b2454537fb4683" /><Relationship Type="http://schemas.openxmlformats.org/officeDocument/2006/relationships/notesMaster" Target="/ppt/notesMasters/notesMaster1.xml" Id="R6a924c639fdf4e7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d803d82436e446e" /><Relationship Type="http://schemas.openxmlformats.org/officeDocument/2006/relationships/notesMaster" Target="/ppt/notesMasters/notesMaster1.xml" Id="Rb7842827ba9d49d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3f35e03882345e8" /><Relationship Type="http://schemas.openxmlformats.org/officeDocument/2006/relationships/notesMaster" Target="/ppt/notesMasters/notesMaster1.xml" Id="R18a7db458f0b413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65e504424e94a84" /><Relationship Type="http://schemas.openxmlformats.org/officeDocument/2006/relationships/notesMaster" Target="/ppt/notesMasters/notesMaster1.xml" Id="R18042ccd55d246c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151ea09c25945f0" /><Relationship Type="http://schemas.openxmlformats.org/officeDocument/2006/relationships/notesMaster" Target="/ppt/notesMasters/notesMaster1.xml" Id="R47fe9278a44b45a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be2a2f986e04e70" /><Relationship Type="http://schemas.openxmlformats.org/officeDocument/2006/relationships/notesMaster" Target="/ppt/notesMasters/notesMaster1.xml" Id="R08251e7c6c7e4ef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b9446f417394e72" /><Relationship Type="http://schemas.openxmlformats.org/officeDocument/2006/relationships/notesMaster" Target="/ppt/notesMasters/notesMaster1.xml" Id="R5f5a97211eae483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3facea83a714afe" /><Relationship Type="http://schemas.openxmlformats.org/officeDocument/2006/relationships/notesMaster" Target="/ppt/notesMasters/notesMaster1.xml" Id="Rff8461607bd1449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8417b7fee9c4941" /><Relationship Type="http://schemas.openxmlformats.org/officeDocument/2006/relationships/notesMaster" Target="/ppt/notesMasters/notesMaster1.xml" Id="R8623c306e543484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d06964542e44ac9" /><Relationship Type="http://schemas.openxmlformats.org/officeDocument/2006/relationships/notesMaster" Target="/ppt/notesMasters/notesMaster1.xml" Id="Reaf56275071a409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7b141c15a334ab9" /><Relationship Type="http://schemas.openxmlformats.org/officeDocument/2006/relationships/notesMaster" Target="/ppt/notesMasters/notesMaster1.xml" Id="R993fc3408f04436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005750eb98d4230" /><Relationship Type="http://schemas.openxmlformats.org/officeDocument/2006/relationships/notesMaster" Target="/ppt/notesMasters/notesMaster1.xml" Id="Rc5bde08225504c8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8f8d013b28b4138" /><Relationship Type="http://schemas.openxmlformats.org/officeDocument/2006/relationships/notesMaster" Target="/ppt/notesMasters/notesMaster1.xml" Id="R4f4cae61897d4e5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433e56359ee41f0" /><Relationship Type="http://schemas.openxmlformats.org/officeDocument/2006/relationships/notesMaster" Target="/ppt/notesMasters/notesMaster1.xml" Id="Rb61c50e753114f9d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946965b1f29f4684" /><Relationship Type="http://schemas.openxmlformats.org/officeDocument/2006/relationships/notesMaster" Target="/ppt/notesMasters/notesMaster1.xml" Id="Rd33f9ad9c9504843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9a013bd05a344c85" /><Relationship Type="http://schemas.openxmlformats.org/officeDocument/2006/relationships/notesMaster" Target="/ppt/notesMasters/notesMaster1.xml" Id="R973c6301863449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28c9b1028c46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8b24157f574ab4" /><Relationship Type="http://schemas.openxmlformats.org/officeDocument/2006/relationships/slideLayout" Target="/ppt/slideLayouts/slideLayout1.xml" Id="R74b3119c4cac41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b3119c4cac41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81fccf75c54f76" /><Relationship Type="http://schemas.openxmlformats.org/officeDocument/2006/relationships/image" Target="/ppt/media/image.png" Id="R0424058575ab4276" /><Relationship Type="http://schemas.openxmlformats.org/officeDocument/2006/relationships/notesSlide" Target="/ppt/notesSlides/notesSlide1.xml" Id="R3e0dc5e879b04b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6dd05918a4e08" /><Relationship Type="http://schemas.openxmlformats.org/officeDocument/2006/relationships/notesSlide" Target="/ppt/notesSlides/notesSlide2.xml" Id="R52112799518345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9c49a8770544d4" /><Relationship Type="http://schemas.openxmlformats.org/officeDocument/2006/relationships/notesSlide" Target="/ppt/notesSlides/notesSlide3.xml" Id="R7bee44f9ea4b42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3b9991c41241cb" /><Relationship Type="http://schemas.openxmlformats.org/officeDocument/2006/relationships/notesSlide" Target="/ppt/notesSlides/notesSlide4.xml" Id="Ree018acad36f49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4c6e9ea3b04f01" /><Relationship Type="http://schemas.openxmlformats.org/officeDocument/2006/relationships/notesSlide" Target="/ppt/notesSlides/notesSlide5.xml" Id="R92ea4a6ef3f04c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ba49a44fd4b80" /><Relationship Type="http://schemas.openxmlformats.org/officeDocument/2006/relationships/notesSlide" Target="/ppt/notesSlides/notesSlide6.xml" Id="R887da10c22bf40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4acd594dc644d2" /><Relationship Type="http://schemas.openxmlformats.org/officeDocument/2006/relationships/notesSlide" Target="/ppt/notesSlides/notesSlide7.xml" Id="Rc3332ca378ac4a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7dedc54fd7444d" /><Relationship Type="http://schemas.openxmlformats.org/officeDocument/2006/relationships/notesSlide" Target="/ppt/notesSlides/notesSlide8.xml" Id="R6d1495a295de42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433685aae43e9" /><Relationship Type="http://schemas.openxmlformats.org/officeDocument/2006/relationships/notesSlide" Target="/ppt/notesSlides/notesSlide9.xml" Id="R7b89f1125ac1411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33de8d42942fe" /><Relationship Type="http://schemas.openxmlformats.org/officeDocument/2006/relationships/notesSlide" Target="/ppt/notesSlides/notesSlide10.xml" Id="R76082dc2e6294f3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3f559bc1594e93" /><Relationship Type="http://schemas.openxmlformats.org/officeDocument/2006/relationships/notesSlide" Target="/ppt/notesSlides/notesSlide11.xml" Id="Rddd968faf10b4d4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f72f99147343e7" /><Relationship Type="http://schemas.openxmlformats.org/officeDocument/2006/relationships/notesSlide" Target="/ppt/notesSlides/notesSlide12.xml" Id="R247316bc16ab4dc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f5df337dc4fb7" /><Relationship Type="http://schemas.openxmlformats.org/officeDocument/2006/relationships/notesSlide" Target="/ppt/notesSlides/notesSlide13.xml" Id="Ra3d7e557c3bd429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e5a10d73b84fcb" /><Relationship Type="http://schemas.openxmlformats.org/officeDocument/2006/relationships/notesSlide" Target="/ppt/notesSlides/notesSlide14.xml" Id="R169cd052bb3c4e6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f4cb6d5f04f5e" /><Relationship Type="http://schemas.openxmlformats.org/officeDocument/2006/relationships/notesSlide" Target="/ppt/notesSlides/notesSlide15.xml" Id="R41fb0934807549c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3975e5b5064297" /><Relationship Type="http://schemas.openxmlformats.org/officeDocument/2006/relationships/notesSlide" Target="/ppt/notesSlides/notesSlide16.xml" Id="Re4b5148cc53340c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c239641f5c4fc2" /><Relationship Type="http://schemas.openxmlformats.org/officeDocument/2006/relationships/notesSlide" Target="/ppt/notesSlides/notesSlide17.xml" Id="Refc7560aad864fa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159285c53f4183" /><Relationship Type="http://schemas.openxmlformats.org/officeDocument/2006/relationships/notesSlide" Target="/ppt/notesSlides/notesSlide18.xml" Id="R7069ad62299245c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73913cca6b40b3" /><Relationship Type="http://schemas.openxmlformats.org/officeDocument/2006/relationships/notesSlide" Target="/ppt/notesSlides/notesSlide19.xml" Id="R03c73f969f644f1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0074e75a642d8" /><Relationship Type="http://schemas.openxmlformats.org/officeDocument/2006/relationships/notesSlide" Target="/ppt/notesSlides/notesSlide20.xml" Id="R96ed5de5f16b40d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d2360a00e4866" /><Relationship Type="http://schemas.openxmlformats.org/officeDocument/2006/relationships/notesSlide" Target="/ppt/notesSlides/notesSlide21.xml" Id="R3268a7de4e44490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52bedb4354e74" /><Relationship Type="http://schemas.openxmlformats.org/officeDocument/2006/relationships/notesSlide" Target="/ppt/notesSlides/notesSlide22.xml" Id="Rf4be5602e27943e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56cf5426b24178" /><Relationship Type="http://schemas.openxmlformats.org/officeDocument/2006/relationships/notesSlide" Target="/ppt/notesSlides/notesSlide23.xml" Id="Rc77ee556ee864f4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4ea8a10b4448af" /><Relationship Type="http://schemas.openxmlformats.org/officeDocument/2006/relationships/notesSlide" Target="/ppt/notesSlides/notesSlide24.xml" Id="R2740dde5ab2545d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6d91541ca4c09" /><Relationship Type="http://schemas.openxmlformats.org/officeDocument/2006/relationships/notesSlide" Target="/ppt/notesSlides/notesSlide25.xml" Id="Rfcb06a3928d141a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dfeed58d5f46ac" /><Relationship Type="http://schemas.openxmlformats.org/officeDocument/2006/relationships/notesSlide" Target="/ppt/notesSlides/notesSlide26.xml" Id="R488151f8e150452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e163ef3ea448a" /><Relationship Type="http://schemas.openxmlformats.org/officeDocument/2006/relationships/notesSlide" Target="/ppt/notesSlides/notesSlide27.xml" Id="R7b942f54425a462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850604d844704" /><Relationship Type="http://schemas.openxmlformats.org/officeDocument/2006/relationships/notesSlide" Target="/ppt/notesSlides/notesSlide28.xml" Id="Rccd1083f08f2425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740a5f7fa4085" /><Relationship Type="http://schemas.openxmlformats.org/officeDocument/2006/relationships/notesSlide" Target="/ppt/notesSlides/notesSlide29.xml" Id="Rf731ecf21fad4d1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5431c0cbb74329" /><Relationship Type="http://schemas.openxmlformats.org/officeDocument/2006/relationships/notesSlide" Target="/ppt/notesSlides/notesSlide30.xml" Id="R1bfb384cde1e421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dc34dc8ba248f6" /><Relationship Type="http://schemas.openxmlformats.org/officeDocument/2006/relationships/notesSlide" Target="/ppt/notesSlides/notesSlide31.xml" Id="Radc3e982f58545c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f9a5a3766d4bc5" /><Relationship Type="http://schemas.openxmlformats.org/officeDocument/2006/relationships/notesSlide" Target="/ppt/notesSlides/notesSlide32.xml" Id="R5651daf793e14e6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0e91b6be74b3f" /><Relationship Type="http://schemas.openxmlformats.org/officeDocument/2006/relationships/notesSlide" Target="/ppt/notesSlides/notesSlide33.xml" Id="Rd58902a4bd5c405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04dcb6def049ea" /><Relationship Type="http://schemas.openxmlformats.org/officeDocument/2006/relationships/notesSlide" Target="/ppt/notesSlides/notesSlide34.xml" Id="R3be0b83fa252497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0f7510e4bb418c" /><Relationship Type="http://schemas.openxmlformats.org/officeDocument/2006/relationships/notesSlide" Target="/ppt/notesSlides/notesSlide35.xml" Id="Rdf083dae80b941d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1039720844427" /><Relationship Type="http://schemas.openxmlformats.org/officeDocument/2006/relationships/notesSlide" Target="/ppt/notesSlides/notesSlide36.xml" Id="Rabd59bc1a3da4cc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4d687d66314620" /><Relationship Type="http://schemas.openxmlformats.org/officeDocument/2006/relationships/notesSlide" Target="/ppt/notesSlides/notesSlide37.xml" Id="Rbb0c0c792c684b6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be523bbebb45d0" /><Relationship Type="http://schemas.openxmlformats.org/officeDocument/2006/relationships/notesSlide" Target="/ppt/notesSlides/notesSlide38.xml" Id="R158da84111e0419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fef666d6645d2" /><Relationship Type="http://schemas.openxmlformats.org/officeDocument/2006/relationships/notesSlide" Target="/ppt/notesSlides/notesSlide39.xml" Id="R2c8835a767d845f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2035c6517432f" /><Relationship Type="http://schemas.openxmlformats.org/officeDocument/2006/relationships/notesSlide" Target="/ppt/notesSlides/notesSlide40.xml" Id="R2f1e87e75a9b4dab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7d16d516d44b4f" /><Relationship Type="http://schemas.openxmlformats.org/officeDocument/2006/relationships/notesSlide" Target="/ppt/notesSlides/notesSlide41.xml" Id="R6946bd4eb4224ea4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d1bc10c35e4a0f" /><Relationship Type="http://schemas.openxmlformats.org/officeDocument/2006/relationships/notesSlide" Target="/ppt/notesSlides/notesSlide42.xml" Id="Rff6b62e9e00a4b2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24058575ab4276"/>
          <a:stretch xmlns:a="http://schemas.openxmlformats.org/drawingml/2006/main"/>
        </p:blipFill>
        <p:spPr>
          <a:xfrm xmlns:a="http://schemas.openxmlformats.org/drawingml/2006/main">
            <a:off x="8172450" y="595083"/>
            <a:ext cx="3067050" cy="86723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647D4C-D8DD-4320-813C-4BABE33D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638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15ABCE-0168-4FBA-9D62-3CAFF2B7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828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B9CD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4B9CD3"/>
                </a:solidFill>
                <a:latin typeface="Arial"/>
                <a:ea typeface="Arial"/>
                <a:cs typeface="Arial"/>
              </a:rPr>
              <a:t>Структуры данных и включения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5E2FE2-D6C5-4C60-BA82-DDFA8259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828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AB5C6"/>
                </a:solidFill>
                <a:latin typeface="Arial"/>
                <a:ea typeface="Arial"/>
                <a:cs typeface="Arial"/>
              </a:rPr>
              <a:t>Лекция 2. Списки, словари, множества и кортежи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1DB2D-8A7A-40BF-9D1E-59757AF6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Примеры актуализированы для Python 3.8+</a:t>
            </a:r>
          </a:p>
        </p:txBody>
      </p:sp>
    </p:spTree>
    <p:extLst>
      <p:ext uri="{BB962C8B-B14F-4D97-AF65-F5344CB8AC3E}">
        <p14:creationId xmlns:p14="http://schemas.microsoft.com/office/powerpoint/2010/main" val="20758265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75C831-3CE2-4BBA-A7D8-0701963E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AA440-2D15-4D7E-9895-59A75106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0" b="1">
                <a:solidFill>
                  <a:srgbClr val="4B9CD3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4B9CD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4BD18A-5861-4ACC-A00B-BC4A9240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924050"/>
            <a:ext cx="8001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Структуры данных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38D9FD-1CDB-4791-A5EC-058ECE06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48000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AAB5C6"/>
                </a:solidFill>
                <a:latin typeface="Arial"/>
                <a:ea typeface="Arial"/>
                <a:cs typeface="Arial"/>
              </a:rPr>
              <a:t>Контейнеры помогают хранить и обрабатывать связанные значения</a:t>
            </a:r>
          </a:p>
        </p:txBody>
      </p:sp>
    </p:spTree>
    <p:extLst>
      <p:ext uri="{BB962C8B-B14F-4D97-AF65-F5344CB8AC3E}">
        <p14:creationId xmlns:p14="http://schemas.microsoft.com/office/powerpoint/2010/main" val="17794907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D740A-C38B-40E9-81F3-D932521D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94307-C24B-491A-B42B-7519E372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0" b="1">
                <a:solidFill>
                  <a:srgbClr val="4B9CD3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4B9CD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FCF504-BA27-4A91-A970-F39465F7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924050"/>
            <a:ext cx="8001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Списки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365BBC-778E-4FE0-8756-C6040CAF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48000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AAB5C6"/>
                </a:solidFill>
                <a:latin typeface="Arial"/>
                <a:ea typeface="Arial"/>
                <a:cs typeface="Arial"/>
              </a:rPr>
              <a:t>Изменяемые последовательности с доступом по индексу</a:t>
            </a:r>
          </a:p>
        </p:txBody>
      </p:sp>
    </p:spTree>
    <p:extLst>
      <p:ext uri="{BB962C8B-B14F-4D97-AF65-F5344CB8AC3E}">
        <p14:creationId xmlns:p14="http://schemas.microsoft.com/office/powerpoint/2010/main" val="17080447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C1BFB-1ED7-4F9C-8C37-916A2D0F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4E3619-EC56-431E-887B-653246F6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Что такое список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64226-1F1F-41F6-921C-37C23D40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Список — упорядоченная изменяемая последовательность элементов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9EE8D-1434-4A06-84C3-BB33D55A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B9CD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B9CD3"/>
                </a:solidFill>
                <a:latin typeface="Arial"/>
                <a:ea typeface="Arial"/>
                <a:cs typeface="Arial"/>
              </a:rPr>
              <a:t>Элементы могут повторяться и иметь разные типы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191B26-CFEF-4370-854F-41C612A4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10050"/>
            <a:ext cx="5181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D43B"/>
                </a:solidFill>
                <a:latin typeface="Arial"/>
                <a:ea typeface="Arial"/>
                <a:cs typeface="Arial"/>
              </a:rPr>
              <a:t>Индексация начинается с нуля</a:t>
            </a:r>
          </a:p>
        </p:txBody>
      </p:sp>
    </p:spTree>
    <p:extLst>
      <p:ext uri="{BB962C8B-B14F-4D97-AF65-F5344CB8AC3E}">
        <p14:creationId xmlns:p14="http://schemas.microsoft.com/office/powerpoint/2010/main" val="5886096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2E5BAA-9890-43C3-9E16-6FAEF3C9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AFABB1-7ED8-4BF1-AB8B-A3FD75B7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D43B"/>
                </a:solidFill>
                <a:latin typeface="Arial"/>
                <a:ea typeface="Arial"/>
                <a:cs typeface="Arial"/>
              </a:rPr>
              <a:t>СПИСКИ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AE28CB-370A-4669-937E-744245B8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Литерал списка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BD08AB-1684-45A1-9EEB-6D5AFA26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33600"/>
            <a:ext cx="982980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361950" tIns="476250" rIns="304800" bIns="28575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numbers = [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5EB8B3-8EA8-4814-A822-DDD8655C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67200"/>
            <a:ext cx="895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AB5C6"/>
                </a:solidFill>
                <a:latin typeface="Arial"/>
                <a:ea typeface="Arial"/>
                <a:cs typeface="Arial"/>
              </a:rPr>
              <a:t>Квадратные скобки создают список. Элементы разделяют запятыми.</a:t>
            </a:r>
          </a:p>
        </p:txBody>
      </p:sp>
    </p:spTree>
    <p:extLst>
      <p:ext uri="{BB962C8B-B14F-4D97-AF65-F5344CB8AC3E}">
        <p14:creationId xmlns:p14="http://schemas.microsoft.com/office/powerpoint/2010/main" val="10340758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2A2AD5-2F22-45A2-AA59-7C9CFE8A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6C2CE9-2934-4302-A18E-8D347905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D43B"/>
                </a:solidFill>
                <a:latin typeface="Arial"/>
                <a:ea typeface="Arial"/>
                <a:cs typeface="Arial"/>
              </a:rPr>
              <a:t>СПИСКИ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C85AAB-059D-459D-9818-61D55A13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Создание и изменение списка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823D97-80CA-4630-B191-46571677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4438650"/>
          </a:xfrm>
          <a:prstGeom xmlns:a="http://schemas.openxmlformats.org/drawingml/2006/main" prst="roundRect">
            <a:avLst>
              <a:gd name="adj" fmla="val 3863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empty = []</a:t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letters = [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"a"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"b"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"c"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"d"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</a:t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numbers = [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5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</a:t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mixed = [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4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5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"seconds"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</a:t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numbers.append(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7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numbers.append(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numbers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[2, 3, 5, 7, 11]</a:t>
            </a:r>
          </a:p>
        </p:txBody>
      </p:sp>
    </p:spTree>
    <p:extLst>
      <p:ext uri="{BB962C8B-B14F-4D97-AF65-F5344CB8AC3E}">
        <p14:creationId xmlns:p14="http://schemas.microsoft.com/office/powerpoint/2010/main" val="3624153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775F26-8138-4AC8-BE60-975F72E1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C3A776-DDE6-48C4-8B09-6B5F2897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D43B"/>
                </a:solidFill>
                <a:latin typeface="Arial"/>
                <a:ea typeface="Arial"/>
                <a:cs typeface="Arial"/>
              </a:rPr>
              <a:t>СПИСКИ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890670-B981-4D74-AD84-F48EBCFF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Индексы и срезы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8A980D-9F08-4E77-8837-85077ECC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524750" cy="39433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numbers = [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5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7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</a:t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letters = [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"a"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"b"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"c"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"d"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</a:t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numbers[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0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2</a:t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numbers[-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11</a:t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letters[: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["a", "b", "c"]</a:t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numbers[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:-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[3, 5, 7]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5D9BF7-EEF7-493B-97BF-949E5C1F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335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3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0E6E5-7C12-472D-BF56-84DDE51A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384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AB5C6"/>
                </a:solidFill>
                <a:latin typeface="Arial"/>
                <a:ea typeface="Arial"/>
                <a:cs typeface="Arial"/>
              </a:rPr>
              <a:t>Первый элемент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6CE0E8-F1CE-413C-ACF3-B9018644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7660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4B9CD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4B9CD3"/>
                </a:solidFill>
                <a:latin typeface="Arial"/>
                <a:ea typeface="Arial"/>
                <a:cs typeface="Arial"/>
              </a:rPr>
              <a:t>−1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93948F-77E9-4D7E-B88B-233A4450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814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AB5C6"/>
                </a:solidFill>
                <a:latin typeface="Arial"/>
                <a:ea typeface="Arial"/>
                <a:cs typeface="Arial"/>
              </a:rPr>
              <a:t>Последний элемент</a:t>
            </a:r>
          </a:p>
        </p:txBody>
      </p:sp>
    </p:spTree>
    <p:extLst>
      <p:ext uri="{BB962C8B-B14F-4D97-AF65-F5344CB8AC3E}">
        <p14:creationId xmlns:p14="http://schemas.microsoft.com/office/powerpoint/2010/main" val="13599810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34C6E-C522-4C9F-801F-5EB89B4C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838597-ADA4-46B4-8C2E-841845B7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D43B"/>
                </a:solidFill>
                <a:latin typeface="Arial"/>
                <a:ea typeface="Arial"/>
                <a:cs typeface="Arial"/>
              </a:rPr>
              <a:t>СПИСКИ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63D69B-EFB0-4582-BC7D-998D2B4B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Вложенные списки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2A10E-371E-485B-8FA1-A3A1B814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124700" cy="3714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letters = [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"a"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"b"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"c"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"d"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</a:t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numbers = [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5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7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</a:t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x = [letters, numbers]</a:t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x[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0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][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"b"</a:t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x[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][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:]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[5, 7, 11]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4523D5-B85D-47B0-8903-EB72ECB9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33600"/>
            <a:ext cx="29337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Первый индекс выбирает вложенный список. Второй обращается к элементу внутри него.</a:t>
            </a:r>
          </a:p>
        </p:txBody>
      </p:sp>
    </p:spTree>
    <p:extLst>
      <p:ext uri="{BB962C8B-B14F-4D97-AF65-F5344CB8AC3E}">
        <p14:creationId xmlns:p14="http://schemas.microsoft.com/office/powerpoint/2010/main" val="6027509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4DA4C-7534-40C0-8A4F-29FF9AB9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559E50-667A-4917-B3BF-FDD726D3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D43B"/>
                </a:solidFill>
                <a:latin typeface="Arial"/>
                <a:ea typeface="Arial"/>
                <a:cs typeface="Arial"/>
              </a:rPr>
              <a:t>СПИСКИ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B218D3-C967-4C51-85E3-81C6B4ED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Методы, которые изменяют список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F539C7-5906-49EE-B3E0-5C94CD08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810500" cy="3429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items = [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</a:t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items.extend([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4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])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[1, 2, 3, 4]</a:t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items.insert(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99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 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[1, 99, 2, 3, 4]</a:t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items.remove(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99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    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[1, 2, 3, 4]</a:t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items.clear()       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[]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40B1DB-54E8-4D8B-BC13-73CDB697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62150"/>
            <a:ext cx="24765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D43B"/>
                </a:solidFill>
                <a:latin typeface="Arial"/>
                <a:ea typeface="Arial"/>
                <a:cs typeface="Arial"/>
              </a:rPr>
              <a:t>extend(), insert(), remove() и clear() меняют исходный список и возвращают None.</a:t>
            </a:r>
          </a:p>
        </p:txBody>
      </p:sp>
    </p:spTree>
    <p:extLst>
      <p:ext uri="{BB962C8B-B14F-4D97-AF65-F5344CB8AC3E}">
        <p14:creationId xmlns:p14="http://schemas.microsoft.com/office/powerpoint/2010/main" val="8933249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0328D-1F66-4181-B7BD-432306E0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C72BEE-0CC3-4E6F-BE39-D7794044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D43B"/>
                </a:solidFill>
                <a:latin typeface="Arial"/>
                <a:ea typeface="Arial"/>
                <a:cs typeface="Arial"/>
              </a:rPr>
              <a:t>СПИСКИ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E6F626-ECF0-4588-A65D-64F7210F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Поиск, удаление и сортировка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8D8087-6B1D-4253-A03C-B144B3DD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7429500" cy="417195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numbers = [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</a:t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numbers.count(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2</a:t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numbers.index(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0</a:t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last = numbers.pop()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last == 2</a:t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numbers.sort() 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[1, 3, 3]</a:t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numbers.reverse()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[3, 3, 1]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6B5E5-783C-4416-8AA6-A3BF3BB6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90700"/>
            <a:ext cx="2724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400"/>
              </a:spcAft>
              <a:buChar char="•"/>
              <a:defRPr sz="165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5F7FA"/>
                </a:solidFill>
                <a:latin typeface="Arial"/>
                <a:ea typeface="Arial"/>
                <a:cs typeface="Arial"/>
              </a:rPr>
              <a:t>index() вызывает ValueError, если значения нет</a:t>
            </a:r>
          </a:p>
          <a:p xmlns:a="http://schemas.openxmlformats.org/drawingml/2006/main">
            <a:pPr marL="279400" indent="-139700">
              <a:spcAft>
                <a:spcPts val="1400"/>
              </a:spcAft>
              <a:buChar char="•"/>
              <a:defRPr sz="165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5F7FA"/>
                </a:solidFill>
                <a:latin typeface="Arial"/>
                <a:ea typeface="Arial"/>
                <a:cs typeface="Arial"/>
              </a:rPr>
              <a:t>pop() вызывает IndexError для неверного индекса</a:t>
            </a:r>
          </a:p>
          <a:p xmlns:a="http://schemas.openxmlformats.org/drawingml/2006/main">
            <a:pPr marL="279400" indent="-139700">
              <a:spcAft>
                <a:spcPts val="1400"/>
              </a:spcAft>
              <a:buChar char="•"/>
              <a:defRPr sz="165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5F7FA"/>
                </a:solidFill>
                <a:latin typeface="Arial"/>
                <a:ea typeface="Arial"/>
                <a:cs typeface="Arial"/>
              </a:rPr>
              <a:t>sort() и reverse() возвращают None</a:t>
            </a:r>
          </a:p>
        </p:txBody>
      </p:sp>
    </p:spTree>
    <p:extLst>
      <p:ext uri="{BB962C8B-B14F-4D97-AF65-F5344CB8AC3E}">
        <p14:creationId xmlns:p14="http://schemas.microsoft.com/office/powerpoint/2010/main" val="2830914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A58DED-FED5-4CF6-971E-00D7697C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EDE60B-C82D-4136-A2C1-B0346AC7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D43B"/>
                </a:solidFill>
                <a:latin typeface="Arial"/>
                <a:ea typeface="Arial"/>
                <a:cs typeface="Arial"/>
              </a:rPr>
              <a:t>СПИСКИ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E6E228-5F6D-4419-8FC9-EEE2CD30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Общие операции с последовательностями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578331-1824-41C5-B179-67C2B8E5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24000"/>
            <a:ext cx="10096500" cy="39433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len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([])                  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0</a:t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len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"python"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            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6</a:t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len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([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4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5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"seconds"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])   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3</a:t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0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[]                  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False</a:t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"y"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"python"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      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True</a:t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"minutes"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[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4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5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"seconds"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False</a:t>
            </a:r>
          </a:p>
        </p:txBody>
      </p:sp>
    </p:spTree>
    <p:extLst>
      <p:ext uri="{BB962C8B-B14F-4D97-AF65-F5344CB8AC3E}">
        <p14:creationId xmlns:p14="http://schemas.microsoft.com/office/powerpoint/2010/main" val="9073331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DD010A-45AB-427A-8533-EA1F0E25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C97092-5877-4BCB-BC21-4F27E01F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0" b="1">
                <a:solidFill>
                  <a:srgbClr val="4B9CD3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4B9CD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F6561-080D-4F1F-B99C-47019B24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924050"/>
            <a:ext cx="8001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Словари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CEB706-4704-4EEE-BEBD-0F530F14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48000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AAB5C6"/>
                </a:solidFill>
                <a:latin typeface="Arial"/>
                <a:ea typeface="Arial"/>
                <a:cs typeface="Arial"/>
              </a:rPr>
              <a:t>Связь уникальных ключей со значениями</a:t>
            </a:r>
          </a:p>
        </p:txBody>
      </p:sp>
    </p:spTree>
    <p:extLst>
      <p:ext uri="{BB962C8B-B14F-4D97-AF65-F5344CB8AC3E}">
        <p14:creationId xmlns:p14="http://schemas.microsoft.com/office/powerpoint/2010/main" val="5521321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F12027-5A3E-443C-AB2C-ACC52F9E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C442DD-9B1D-4DF0-9B21-7E561FD8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Что такое словарь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B9082-CE35-43F6-9ACD-019AD5E5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Словарь — изменяемое отображение, которое сохраняет порядок вставки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90B4C-4BDE-4B35-8D97-83731596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B9CD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B9CD3"/>
                </a:solidFill>
                <a:latin typeface="Arial"/>
                <a:ea typeface="Arial"/>
                <a:cs typeface="Arial"/>
              </a:rPr>
              <a:t>Ключи уникальны и должны быть хешируемыми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21794C-8129-4E5F-BAC5-C62E4C97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10050"/>
            <a:ext cx="5181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D43B"/>
                </a:solidFill>
                <a:latin typeface="Arial"/>
                <a:ea typeface="Arial"/>
                <a:cs typeface="Arial"/>
              </a:rPr>
              <a:t>Гарантия порядка действует в Python 3.7+</a:t>
            </a:r>
          </a:p>
        </p:txBody>
      </p:sp>
    </p:spTree>
    <p:extLst>
      <p:ext uri="{BB962C8B-B14F-4D97-AF65-F5344CB8AC3E}">
        <p14:creationId xmlns:p14="http://schemas.microsoft.com/office/powerpoint/2010/main" val="16800908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35D7FB-15C5-4232-97F1-E9C525B5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9A66ED-BDEE-4038-8D54-AD5ECD16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D43B"/>
                </a:solidFill>
                <a:latin typeface="Arial"/>
                <a:ea typeface="Arial"/>
                <a:cs typeface="Arial"/>
              </a:rPr>
              <a:t>СЛОВАРИ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F154F-DF4F-4D7A-9A34-03DC48C7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Создание словаря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DF94E-83E9-4FDA-8EDF-BB673B62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04950"/>
            <a:ext cx="9906000" cy="38862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empty = {}</a:t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type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(empty)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dict</a:t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a = 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dict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(one=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two=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three=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b = {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"one"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: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"two"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: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"three"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: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a == b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True</a:t>
            </a:r>
          </a:p>
        </p:txBody>
      </p:sp>
    </p:spTree>
    <p:extLst>
      <p:ext uri="{BB962C8B-B14F-4D97-AF65-F5344CB8AC3E}">
        <p14:creationId xmlns:p14="http://schemas.microsoft.com/office/powerpoint/2010/main" val="12143920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727F07-81F3-47B1-8827-4CA67F44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3B43F-2A8B-4D89-9FF8-CF0D5F54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D43B"/>
                </a:solidFill>
                <a:latin typeface="Arial"/>
                <a:ea typeface="Arial"/>
                <a:cs typeface="Arial"/>
              </a:rPr>
              <a:t>СЛОВАРИ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9A5E45-7089-4D81-B20D-A633F0FF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Доступ и изменение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0407E-9F07-4CB5-BABB-E91187C7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85900"/>
            <a:ext cx="10439400" cy="4019550"/>
          </a:xfrm>
          <a:prstGeom xmlns:a="http://schemas.openxmlformats.org/drawingml/2006/main" prst="roundRect">
            <a:avLst>
              <a:gd name="adj" fmla="val 4265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d = {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"one"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: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"two"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: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"three"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: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d[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"one"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1</a:t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d[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"five"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KeyError</a:t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d[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"two"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 =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изменить значение</a:t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d[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"four"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 =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4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добавить новую пару</a:t>
            </a:r>
          </a:p>
        </p:txBody>
      </p:sp>
    </p:spTree>
    <p:extLst>
      <p:ext uri="{BB962C8B-B14F-4D97-AF65-F5344CB8AC3E}">
        <p14:creationId xmlns:p14="http://schemas.microsoft.com/office/powerpoint/2010/main" val="52023306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9A15DB-3B57-4061-A609-5B46DB19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15408C-1F17-4BDF-9189-AE26799B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D43B"/>
                </a:solidFill>
                <a:latin typeface="Arial"/>
                <a:ea typeface="Arial"/>
                <a:cs typeface="Arial"/>
              </a:rPr>
              <a:t>СЛОВАРИ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10C39B-4DC7-47A8-871E-8DE5C0C5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Безопасное получение значения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798AC-7B20-46AA-B413-758404D7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8191500" cy="4476750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courses = {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"CS"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: [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106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107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110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],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"MATH"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: [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51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113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]}</a:t>
            </a:r>
          </a:p>
          <a:p xmlns:a="http://schemas.openxmlformats.org/drawingml/2006/main"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courses.get(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"CS"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    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[106, 107, 110]</a:t>
            </a:r>
          </a:p>
          <a:p xmlns:a="http://schemas.openxmlformats.org/drawingml/2006/main"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courses.get(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"PHIL"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  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None</a:t>
            </a:r>
          </a:p>
          <a:p xmlns:a="http://schemas.openxmlformats.org/drawingml/2006/main"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courses.get(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"ENGLISH"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[])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[]</a:t>
            </a:r>
          </a:p>
          <a:p xmlns:a="http://schemas.openxmlformats.org/drawingml/2006/main"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english = courses.get(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"ENGLISH"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[])</a:t>
            </a:r>
          </a:p>
          <a:p xmlns:a="http://schemas.openxmlformats.org/drawingml/2006/main"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len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(english)          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93C89F-825A-47D4-B073-1D0A99C4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62200"/>
            <a:ext cx="22098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D43B"/>
                </a:solidFill>
                <a:latin typeface="Arial"/>
                <a:ea typeface="Arial"/>
                <a:cs typeface="Arial"/>
              </a:rPr>
              <a:t>get() возвращает значение по умолчанию вместо KeyError.</a:t>
            </a:r>
          </a:p>
        </p:txBody>
      </p:sp>
    </p:spTree>
    <p:extLst>
      <p:ext uri="{BB962C8B-B14F-4D97-AF65-F5344CB8AC3E}">
        <p14:creationId xmlns:p14="http://schemas.microsoft.com/office/powerpoint/2010/main" val="43272836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3B6680-DCDD-4893-ACB6-4DCDF851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7258B-89A0-4D2A-A7CD-C03C17BA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D43B"/>
                </a:solidFill>
                <a:latin typeface="Arial"/>
                <a:ea typeface="Arial"/>
                <a:cs typeface="Arial"/>
              </a:rPr>
              <a:t>СЛОВАРИ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349C4E-D7B7-47EC-BB57-B3DE098D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Удаление элементов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6E7CF-2834-4C86-A451-18E8039C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239000" cy="3181350"/>
          </a:xfrm>
          <a:prstGeom xmlns:a="http://schemas.openxmlformats.org/drawingml/2006/main" prst="roundRect">
            <a:avLst>
              <a:gd name="adj" fmla="val 5389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d = {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"one"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: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"two"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: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"three"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: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del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d[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"one"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</a:t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value = d.pop(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"three"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None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3</a:t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pair = d.popitem()      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("two", 2)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79D7C8-9140-44C6-A1AF-50348A6F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76400"/>
            <a:ext cx="2971800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400"/>
              </a:spcAft>
              <a:buChar char="•"/>
              <a:defRPr sz="165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5F7FA"/>
                </a:solidFill>
                <a:latin typeface="Arial"/>
                <a:ea typeface="Arial"/>
                <a:cs typeface="Arial"/>
              </a:rPr>
              <a:t>del вызывает KeyError, если ключа нет</a:t>
            </a:r>
          </a:p>
          <a:p xmlns:a="http://schemas.openxmlformats.org/drawingml/2006/main">
            <a:pPr marL="279400" indent="-139700">
              <a:spcAft>
                <a:spcPts val="1400"/>
              </a:spcAft>
              <a:buChar char="•"/>
              <a:defRPr sz="165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5F7FA"/>
                </a:solidFill>
                <a:latin typeface="Arial"/>
                <a:ea typeface="Arial"/>
                <a:cs typeface="Arial"/>
              </a:rPr>
              <a:t>pop() может принять значение по умолчанию</a:t>
            </a:r>
          </a:p>
          <a:p xmlns:a="http://schemas.openxmlformats.org/drawingml/2006/main">
            <a:pPr marL="279400" indent="-139700">
              <a:spcAft>
                <a:spcPts val="1400"/>
              </a:spcAft>
              <a:buChar char="•"/>
              <a:defRPr sz="165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5F7FA"/>
                </a:solidFill>
                <a:latin typeface="Arial"/>
                <a:ea typeface="Arial"/>
                <a:cs typeface="Arial"/>
              </a:rPr>
              <a:t>popitem() удаляет последнюю добавленную пару</a:t>
            </a:r>
          </a:p>
        </p:txBody>
      </p:sp>
    </p:spTree>
    <p:extLst>
      <p:ext uri="{BB962C8B-B14F-4D97-AF65-F5344CB8AC3E}">
        <p14:creationId xmlns:p14="http://schemas.microsoft.com/office/powerpoint/2010/main" val="74891438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4F89B9-3476-4027-A92E-4E4B74D2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DB956F-2DBA-4147-A0CF-CF127396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D43B"/>
                </a:solidFill>
                <a:latin typeface="Arial"/>
                <a:ea typeface="Arial"/>
                <a:cs typeface="Arial"/>
              </a:rPr>
              <a:t>СЛОВАРИ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F219A3-75A0-4D60-B076-41717541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Динамические представления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20371-1CB8-4001-B2D4-387BED11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572250" cy="4019550"/>
          </a:xfrm>
          <a:prstGeom xmlns:a="http://schemas.openxmlformats.org/drawingml/2006/main" prst="roundRect">
            <a:avLst>
              <a:gd name="adj" fmla="val 4265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d = {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"one"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: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"two"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: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keys = d.keys()</a:t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values = d.values()</a:t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items = d.items()</a:t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d[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"three"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 =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</a:t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list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(keys)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["one", "two", "three"]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2A1A14-A19A-4EB6-B35C-C6008FC3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6764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4B9CD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4B9CD3"/>
                </a:solidFill>
                <a:latin typeface="Arial"/>
                <a:ea typeface="Arial"/>
                <a:cs typeface="Arial"/>
              </a:rPr>
              <a:t>keys()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FFB40C-481E-46AC-AAE4-A6932040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241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D43B"/>
                </a:solidFill>
                <a:latin typeface="Arial"/>
                <a:ea typeface="Arial"/>
                <a:cs typeface="Arial"/>
              </a:rPr>
              <a:t>values()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B2DE7B-0F2B-4777-A45F-FC4DCADD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7719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7FD88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7FD88C"/>
                </a:solidFill>
                <a:latin typeface="Arial"/>
                <a:ea typeface="Arial"/>
                <a:cs typeface="Arial"/>
              </a:rPr>
              <a:t>items()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17452B-DFD2-45DC-8B31-14339E20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67250"/>
            <a:ext cx="3295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AB5C6"/>
                </a:solidFill>
                <a:latin typeface="Arial"/>
                <a:ea typeface="Arial"/>
                <a:cs typeface="Arial"/>
              </a:rPr>
              <a:t>Представления отражают текущий словарь без создания копии.</a:t>
            </a:r>
          </a:p>
        </p:txBody>
      </p:sp>
    </p:spTree>
    <p:extLst>
      <p:ext uri="{BB962C8B-B14F-4D97-AF65-F5344CB8AC3E}">
        <p14:creationId xmlns:p14="http://schemas.microsoft.com/office/powerpoint/2010/main" val="54260484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B5BF03-6D1C-40B1-B341-5077C886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899864-4DE3-4F23-8818-F526E954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D43B"/>
                </a:solidFill>
                <a:latin typeface="Arial"/>
                <a:ea typeface="Arial"/>
                <a:cs typeface="Arial"/>
              </a:rPr>
              <a:t>СЛОВАРИ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20DDFB-E082-4989-9F3A-98A58BCE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Основные операции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F6D22D-FB35-43B3-8CBE-0EABFE28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371600"/>
            <a:ext cx="9829800" cy="46863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len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(d)</a:t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"one"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d        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проверка ключа</a:t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d.values()    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проверка значения</a:t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copy_d = d.copy()</a:t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for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key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d:</a:t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print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(key, d[key])</a:t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d.clear()</a:t>
            </a:r>
          </a:p>
        </p:txBody>
      </p:sp>
    </p:spTree>
    <p:extLst>
      <p:ext uri="{BB962C8B-B14F-4D97-AF65-F5344CB8AC3E}">
        <p14:creationId xmlns:p14="http://schemas.microsoft.com/office/powerpoint/2010/main" val="29935852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CEC02E-94C9-4835-A984-7D31CDD9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60B424-2545-44C5-A6C7-E0001AE8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0" b="1">
                <a:solidFill>
                  <a:srgbClr val="4B9CD3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4B9CD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F83171-075D-45AD-A765-780DD021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924050"/>
            <a:ext cx="8001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Циклы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37F075-8738-485B-9BCF-E7571E81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48000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AAB5C6"/>
                </a:solidFill>
                <a:latin typeface="Arial"/>
                <a:ea typeface="Arial"/>
                <a:cs typeface="Arial"/>
              </a:rPr>
              <a:t>Обход списков и словарей</a:t>
            </a:r>
          </a:p>
        </p:txBody>
      </p:sp>
    </p:spTree>
    <p:extLst>
      <p:ext uri="{BB962C8B-B14F-4D97-AF65-F5344CB8AC3E}">
        <p14:creationId xmlns:p14="http://schemas.microsoft.com/office/powerpoint/2010/main" val="63797585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E443C0-F7EC-4E61-85B3-DFAE1BD6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04581-93EA-46A8-B089-E7C72A58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D43B"/>
                </a:solidFill>
                <a:latin typeface="Arial"/>
                <a:ea typeface="Arial"/>
                <a:cs typeface="Arial"/>
              </a:rPr>
              <a:t>ЦИКЛЫ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0CAAC-6D8E-4E7E-9B56-3FE8610C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Обход пар словаря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93F838-6644-4041-A9BF-8C467CDB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47800"/>
            <a:ext cx="1028700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knights = {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"Алёша"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: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"Попович"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"Илья"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: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"Муромец"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for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name, surname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knights.items():</a:t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print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(name, surname)</a:t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Алёша Попович</a:t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Илья Муромец</a:t>
            </a:r>
          </a:p>
        </p:txBody>
      </p:sp>
    </p:spTree>
    <p:extLst>
      <p:ext uri="{BB962C8B-B14F-4D97-AF65-F5344CB8AC3E}">
        <p14:creationId xmlns:p14="http://schemas.microsoft.com/office/powerpoint/2010/main" val="92547891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91577B-E81F-41A7-8BDB-003EE28C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E5C1C-69C2-4C23-A948-F7E336DC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D43B"/>
                </a:solidFill>
                <a:latin typeface="Arial"/>
                <a:ea typeface="Arial"/>
                <a:cs typeface="Arial"/>
              </a:rPr>
              <a:t>ЦИКЛЫ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7EC86C-6719-4530-A53A-651AECAD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Параллельный обход с zip()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EF3E63-9AE7-48C9-8DF1-C43F21F1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questions = [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"name"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"quest"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"favorite dish"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</a:t>
            </a:r>
          </a:p>
          <a:p xmlns:a="http://schemas.openxmlformats.org/drawingml/2006/main"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answers = [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"Alyosha"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"Defeat Tugarin Snake"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"Varenyky"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</a:t>
            </a:r>
          </a:p>
          <a:p xmlns:a="http://schemas.openxmlformats.org/drawingml/2006/main"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for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question, answer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zip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(questions, answers):</a:t>
            </a:r>
          </a:p>
          <a:p xmlns:a="http://schemas.openxmlformats.org/drawingml/2006/main"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print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(f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"What is your {question}? {answer}."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86AD84-F32D-4FBE-846D-3538AFCD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48250"/>
            <a:ext cx="9448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D43B"/>
                </a:solidFill>
                <a:latin typeface="Arial"/>
                <a:ea typeface="Arial"/>
                <a:cs typeface="Arial"/>
              </a:rPr>
              <a:t>zip() создаёт пары и останавливается вместе с самой короткой последовательностью.</a:t>
            </a:r>
          </a:p>
        </p:txBody>
      </p:sp>
    </p:spTree>
    <p:extLst>
      <p:ext uri="{BB962C8B-B14F-4D97-AF65-F5344CB8AC3E}">
        <p14:creationId xmlns:p14="http://schemas.microsoft.com/office/powerpoint/2010/main" val="151859701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5C6A5F-E3EE-4ACD-A307-75DD2203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0DDC98-F947-48B1-8906-EFE8D0EF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0" b="1">
                <a:solidFill>
                  <a:srgbClr val="4B9CD3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4B9CD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D4EE2B-553D-4470-9BA8-6B38BBAC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924050"/>
            <a:ext cx="8001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Множества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DD854-889F-4B15-8CC9-762B847D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48000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AAB5C6"/>
                </a:solidFill>
                <a:latin typeface="Arial"/>
                <a:ea typeface="Arial"/>
                <a:cs typeface="Arial"/>
              </a:rPr>
              <a:t>Уникальные элементы без фиксированного порядка</a:t>
            </a:r>
          </a:p>
        </p:txBody>
      </p:sp>
    </p:spTree>
    <p:extLst>
      <p:ext uri="{BB962C8B-B14F-4D97-AF65-F5344CB8AC3E}">
        <p14:creationId xmlns:p14="http://schemas.microsoft.com/office/powerpoint/2010/main" val="85923628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30FED0-01BD-477E-A684-13EABF2F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C3EB21-80C2-47CB-9201-FC32FB7B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Что такое множество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27CE2F-650A-40DF-B3FF-DA504C48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Множество — изменяемая неупорядоченная коллекция уникальных элементов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BB5618-4C40-425A-B60B-81B2935B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B9CD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B9CD3"/>
                </a:solidFill>
                <a:latin typeface="Arial"/>
                <a:ea typeface="Arial"/>
                <a:cs typeface="Arial"/>
              </a:rPr>
              <a:t>Элементы должны быть хешируемыми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576AF7-0A9B-4080-8D4F-FA5A14DA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10050"/>
            <a:ext cx="5181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D43B"/>
                </a:solidFill>
                <a:latin typeface="Arial"/>
                <a:ea typeface="Arial"/>
                <a:cs typeface="Arial"/>
              </a:rPr>
              <a:t>Порядок обхода не гарантирован</a:t>
            </a:r>
          </a:p>
        </p:txBody>
      </p:sp>
    </p:spTree>
    <p:extLst>
      <p:ext uri="{BB962C8B-B14F-4D97-AF65-F5344CB8AC3E}">
        <p14:creationId xmlns:p14="http://schemas.microsoft.com/office/powerpoint/2010/main" val="23763553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40790B-6A6A-482B-B9A4-E76BBE33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202B92-E61B-4906-87DF-F041635F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D43B"/>
                </a:solidFill>
                <a:latin typeface="Arial"/>
                <a:ea typeface="Arial"/>
                <a:cs typeface="Arial"/>
              </a:rPr>
              <a:t>МНОЖЕСТВА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EB8F-E52D-4295-8D16-B671D7F5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Когда использовать множества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12477-2277-43B7-B9D4-8FE2D93A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33550"/>
            <a:ext cx="9715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2200"/>
              </a:spcAft>
              <a:buChar char="•"/>
              <a:defRPr sz="2325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F5F7FA"/>
                </a:solidFill>
                <a:latin typeface="Arial"/>
                <a:ea typeface="Arial"/>
                <a:cs typeface="Arial"/>
              </a:rPr>
              <a:t>Быстрая проверка принадлежности элемента</a:t>
            </a:r>
          </a:p>
          <a:p xmlns:a="http://schemas.openxmlformats.org/drawingml/2006/main">
            <a:pPr marL="279400" indent="-139700">
              <a:spcAft>
                <a:spcPts val="2200"/>
              </a:spcAft>
              <a:buChar char="•"/>
              <a:defRPr sz="2325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F5F7FA"/>
                </a:solidFill>
                <a:latin typeface="Arial"/>
                <a:ea typeface="Arial"/>
                <a:cs typeface="Arial"/>
              </a:rPr>
              <a:t>Удаление повторов из набора значений</a:t>
            </a:r>
          </a:p>
          <a:p xmlns:a="http://schemas.openxmlformats.org/drawingml/2006/main">
            <a:pPr marL="279400" indent="-139700">
              <a:spcAft>
                <a:spcPts val="2200"/>
              </a:spcAft>
              <a:buChar char="•"/>
              <a:defRPr sz="2325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F5F7FA"/>
                </a:solidFill>
                <a:latin typeface="Arial"/>
                <a:ea typeface="Arial"/>
                <a:cs typeface="Arial"/>
              </a:rPr>
              <a:t>Объединение, пересечение и разность наборов</a:t>
            </a:r>
          </a:p>
        </p:txBody>
      </p:sp>
    </p:spTree>
    <p:extLst>
      <p:ext uri="{BB962C8B-B14F-4D97-AF65-F5344CB8AC3E}">
        <p14:creationId xmlns:p14="http://schemas.microsoft.com/office/powerpoint/2010/main" val="76761193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DE70C7-FB86-4DA5-9888-FD81D136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AD9E7A-4233-471C-8D7B-DB38E6D2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D43B"/>
                </a:solidFill>
                <a:latin typeface="Arial"/>
                <a:ea typeface="Arial"/>
                <a:cs typeface="Arial"/>
              </a:rPr>
              <a:t>МНОЖЕСТВА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593403-0605-4F0D-ABEC-9FCE6E44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Литералы множеств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F7A360-8B3A-45A2-AFC9-38D9DB7C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19250"/>
            <a:ext cx="8763000" cy="33718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numbers = {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4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>
              <a:defRPr sz="20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empty = 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set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()</a:t>
            </a:r>
          </a:p>
          <a:p xmlns:a="http://schemas.openxmlformats.org/drawingml/2006/main">
            <a:pPr>
              <a:defRPr sz="20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20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type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(numbers)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set</a:t>
            </a:r>
          </a:p>
          <a:p xmlns:a="http://schemas.openxmlformats.org/drawingml/2006/main">
            <a:pPr>
              <a:defRPr sz="20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type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(empty)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set</a:t>
            </a:r>
          </a:p>
          <a:p xmlns:a="http://schemas.openxmlformats.org/drawingml/2006/main">
            <a:pPr>
              <a:defRPr sz="20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type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({})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dict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DE962-1B5B-4C17-82CD-70353717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9590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Пустое множество создают через set(). Запись {} создаёт словарь.</a:t>
            </a:r>
          </a:p>
        </p:txBody>
      </p:sp>
    </p:spTree>
    <p:extLst>
      <p:ext uri="{BB962C8B-B14F-4D97-AF65-F5344CB8AC3E}">
        <p14:creationId xmlns:p14="http://schemas.microsoft.com/office/powerpoint/2010/main" val="23454140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2AE402-44F5-470D-A621-DA1F8660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34473A-B1CE-46BA-8FCB-904C7DA7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D43B"/>
                </a:solidFill>
                <a:latin typeface="Arial"/>
                <a:ea typeface="Arial"/>
                <a:cs typeface="Arial"/>
              </a:rPr>
              <a:t>МНОЖЕСТВА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6D9CC2-90E1-40FB-AD33-D0A7A445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Создание и проверка вхождения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3DC83F-3EC5-487C-B9DA-B1C3A0BF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981450"/>
          </a:xfrm>
          <a:prstGeom xmlns:a="http://schemas.openxmlformats.org/drawingml/2006/main" prst="roundRect">
            <a:avLst>
              <a:gd name="adj" fmla="val 4306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unique = 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set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([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4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])</a:t>
            </a:r>
          </a:p>
          <a:p xmlns:a="http://schemas.openxmlformats.org/drawingml/2006/main"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unique == {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4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}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True</a:t>
            </a:r>
          </a:p>
          <a:p xmlns:a="http://schemas.openxmlformats.org/drawingml/2006/main"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basket = {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"apple"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"orange"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"apple"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"pear"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"banana"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len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(basket)       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4</a:t>
            </a:r>
          </a:p>
          <a:p xmlns:a="http://schemas.openxmlformats.org/drawingml/2006/main"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"orange"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basket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True</a:t>
            </a:r>
          </a:p>
          <a:p xmlns:a="http://schemas.openxmlformats.org/drawingml/2006/main"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"crabgrass"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basket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False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1BBB81-5FC8-4A7E-B7FD-8542609C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769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5C6"/>
                </a:solidFill>
                <a:latin typeface="Arial"/>
                <a:ea typeface="Arial"/>
                <a:cs typeface="Arial"/>
              </a:rPr>
              <a:t>Вывод множества может располагать элементы в другом порядке.</a:t>
            </a:r>
          </a:p>
        </p:txBody>
      </p:sp>
    </p:spTree>
    <p:extLst>
      <p:ext uri="{BB962C8B-B14F-4D97-AF65-F5344CB8AC3E}">
        <p14:creationId xmlns:p14="http://schemas.microsoft.com/office/powerpoint/2010/main" val="82195612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07D041-D788-4D46-8A01-49FBB5C0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3ADE36-9A42-494E-8026-38BB3B65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D43B"/>
                </a:solidFill>
                <a:latin typeface="Arial"/>
                <a:ea typeface="Arial"/>
                <a:cs typeface="Arial"/>
              </a:rPr>
              <a:t>МНОЖЕСТВА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E5AACF-3713-4508-A7F0-004C9589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Изменение множества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9F08EC-EF8E-448B-9FD5-C2ED91FC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90650"/>
            <a:ext cx="10210800" cy="4572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letters = 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set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"mississippi"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letters.add(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"r"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letters.remove(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"m"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KeyError, если элемента нет</a:t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letters.discard(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"x"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ошибки нет</a:t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item = letters.pop()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произвольный элемент</a:t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letters.clear()</a:t>
            </a:r>
          </a:p>
          <a:p xmlns:a="http://schemas.openxmlformats.org/drawingml/2006/main">
            <a:pPr>
              <a:defRPr sz="172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len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(letters)   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0</a:t>
            </a:r>
          </a:p>
        </p:txBody>
      </p:sp>
    </p:spTree>
    <p:extLst>
      <p:ext uri="{BB962C8B-B14F-4D97-AF65-F5344CB8AC3E}">
        <p14:creationId xmlns:p14="http://schemas.microsoft.com/office/powerpoint/2010/main" val="160032890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C52EDC-0953-440D-8E8D-E6406DA6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88BC79-0A93-4253-9498-C69B36E8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D43B"/>
                </a:solidFill>
                <a:latin typeface="Arial"/>
                <a:ea typeface="Arial"/>
                <a:cs typeface="Arial"/>
              </a:rPr>
              <a:t>МНОЖЕСТВА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D68DE6-6267-4D43-865D-E1175862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Операции над множествами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832C56-77EA-4B6D-9425-59C1A5B6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4114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a = 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set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"abracadabra"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b = 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set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"alacazam"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sorted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(a - b)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["b", "d", "r"]   разность</a:t>
            </a:r>
          </a:p>
          <a:p xmlns:a="http://schemas.openxmlformats.org/drawingml/2006/main"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sorted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(a | b)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объединение</a:t>
            </a:r>
          </a:p>
          <a:p xmlns:a="http://schemas.openxmlformats.org/drawingml/2006/main"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sorted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(a &amp; b)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["a", "c"]        пересечение</a:t>
            </a:r>
          </a:p>
          <a:p xmlns:a="http://schemas.openxmlformats.org/drawingml/2006/main"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sorted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(a ^ b)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симметрическая разность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6321C9-C87E-41CD-8892-9AB363E8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72150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AB5C6"/>
                </a:solidFill>
                <a:latin typeface="Arial"/>
                <a:ea typeface="Arial"/>
                <a:cs typeface="Arial"/>
              </a:rPr>
              <a:t>sorted() добавлен только для предсказуемого порядка вывода.</a:t>
            </a:r>
          </a:p>
        </p:txBody>
      </p:sp>
    </p:spTree>
    <p:extLst>
      <p:ext uri="{BB962C8B-B14F-4D97-AF65-F5344CB8AC3E}">
        <p14:creationId xmlns:p14="http://schemas.microsoft.com/office/powerpoint/2010/main" val="10509077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409FD3-9E47-49B3-965A-BD1312D7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1A98D5-E6BB-4BC7-9CEE-E2233E77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0" b="1">
                <a:solidFill>
                  <a:srgbClr val="4B9CD3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4B9CD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467D83-6856-495B-9419-E3D38174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924050"/>
            <a:ext cx="8001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Кортежи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02360-4C95-4ADD-B3C5-DDB3F09F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48000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AAB5C6"/>
                </a:solidFill>
                <a:latin typeface="Arial"/>
                <a:ea typeface="Arial"/>
                <a:cs typeface="Arial"/>
              </a:rPr>
              <a:t>Неизменяемые последовательности</a:t>
            </a:r>
          </a:p>
        </p:txBody>
      </p:sp>
    </p:spTree>
    <p:extLst>
      <p:ext uri="{BB962C8B-B14F-4D97-AF65-F5344CB8AC3E}">
        <p14:creationId xmlns:p14="http://schemas.microsoft.com/office/powerpoint/2010/main" val="127771037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FEF42F-434A-4125-993F-98815876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C442F4-6980-4DD0-847F-D3AA1A1D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Что такое кортеж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52226E-9FBE-4A25-8461-20B7D2C3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Кортеж — упорядоченная неизменяемая последовательность объектов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16048-D4A3-4389-9003-3DACAF82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B9CD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B9CD3"/>
                </a:solidFill>
                <a:latin typeface="Arial"/>
                <a:ea typeface="Arial"/>
                <a:cs typeface="Arial"/>
              </a:rPr>
              <a:t>Поддерживает индексы, срезы и повторы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CC6520-83E1-471C-8327-FB88C4BD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10050"/>
            <a:ext cx="5181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D43B"/>
                </a:solidFill>
                <a:latin typeface="Arial"/>
                <a:ea typeface="Arial"/>
                <a:cs typeface="Arial"/>
              </a:rPr>
              <a:t>Может содержать элементы разных типов</a:t>
            </a:r>
          </a:p>
        </p:txBody>
      </p:sp>
    </p:spTree>
    <p:extLst>
      <p:ext uri="{BB962C8B-B14F-4D97-AF65-F5344CB8AC3E}">
        <p14:creationId xmlns:p14="http://schemas.microsoft.com/office/powerpoint/2010/main" val="183758932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E3093-E52F-43FA-955D-BEA21AC4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D34CBD-C6CB-46E7-8597-09D366D9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D43B"/>
                </a:solidFill>
                <a:latin typeface="Arial"/>
                <a:ea typeface="Arial"/>
                <a:cs typeface="Arial"/>
              </a:rPr>
              <a:t>КОРТЕЖИ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A44CC9-B00D-4F55-8A84-CF15BDDF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Синтаксис кортежей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62769C-56FF-4414-A728-C57215AC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19250"/>
            <a:ext cx="933450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pair = (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"cat"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>
              <a:defRPr sz="22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same_pair =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"cat"</a:t>
            </a:r>
          </a:p>
          <a:p xmlns:a="http://schemas.openxmlformats.org/drawingml/2006/main">
            <a:pPr>
              <a:defRPr sz="22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single = (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42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,)</a:t>
            </a:r>
          </a:p>
          <a:p xmlns:a="http://schemas.openxmlformats.org/drawingml/2006/main">
            <a:pPr>
              <a:defRPr sz="22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empty = ()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AF42AE-C09A-4A85-8EFD-FCD87595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914900"/>
            <a:ext cx="9067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D43B"/>
                </a:solidFill>
                <a:latin typeface="Arial"/>
                <a:ea typeface="Arial"/>
                <a:cs typeface="Arial"/>
              </a:rPr>
              <a:t>Кортеж создаёт запятая. Скобки помогают группировать выражение.</a:t>
            </a:r>
          </a:p>
        </p:txBody>
      </p:sp>
    </p:spTree>
    <p:extLst>
      <p:ext uri="{BB962C8B-B14F-4D97-AF65-F5344CB8AC3E}">
        <p14:creationId xmlns:p14="http://schemas.microsoft.com/office/powerpoint/2010/main" val="202622456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7687D7-1245-4650-8603-D0822D86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F6C79-BD20-4D16-8EB1-F4F3703E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D43B"/>
                </a:solidFill>
                <a:latin typeface="Arial"/>
                <a:ea typeface="Arial"/>
                <a:cs typeface="Arial"/>
              </a:rPr>
              <a:t>КОРТЕЖИ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147484-713F-48A8-810B-B1B49579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Когда использовать кортежи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C25282-F7CD-44EF-864A-DF0ABCC7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81150"/>
            <a:ext cx="1009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800"/>
              </a:spcAft>
              <a:buChar char="•"/>
              <a:defRPr sz="2175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5F7FA"/>
                </a:solidFill>
                <a:latin typeface="Arial"/>
                <a:ea typeface="Arial"/>
                <a:cs typeface="Arial"/>
              </a:rPr>
              <a:t>Фиксированная запись из нескольких полей</a:t>
            </a:r>
          </a:p>
          <a:p xmlns:a="http://schemas.openxmlformats.org/drawingml/2006/main">
            <a:pPr marL="279400" indent="-139700">
              <a:spcAft>
                <a:spcPts val="1800"/>
              </a:spcAft>
              <a:buChar char="•"/>
              <a:defRPr sz="2175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5F7FA"/>
                </a:solidFill>
                <a:latin typeface="Arial"/>
                <a:ea typeface="Arial"/>
                <a:cs typeface="Arial"/>
              </a:rPr>
              <a:t>Несколько возвращаемых значений функции</a:t>
            </a:r>
          </a:p>
          <a:p xmlns:a="http://schemas.openxmlformats.org/drawingml/2006/main">
            <a:pPr marL="279400" indent="-139700">
              <a:spcAft>
                <a:spcPts val="1800"/>
              </a:spcAft>
              <a:buChar char="•"/>
              <a:defRPr sz="2175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5F7FA"/>
                </a:solidFill>
                <a:latin typeface="Arial"/>
                <a:ea typeface="Arial"/>
                <a:cs typeface="Arial"/>
              </a:rPr>
              <a:t>Ключ словаря, если все элементы хешируемы</a:t>
            </a:r>
          </a:p>
          <a:p xmlns:a="http://schemas.openxmlformats.org/drawingml/2006/main">
            <a:pPr marL="279400" indent="-139700">
              <a:spcAft>
                <a:spcPts val="1800"/>
              </a:spcAft>
              <a:buChar char="•"/>
              <a:defRPr sz="2175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5F7FA"/>
                </a:solidFill>
                <a:latin typeface="Arial"/>
                <a:ea typeface="Arial"/>
                <a:cs typeface="Arial"/>
              </a:rPr>
              <a:t>Снимок последовательности, который нельзя изменить</a:t>
            </a:r>
          </a:p>
        </p:txBody>
      </p:sp>
    </p:spTree>
    <p:extLst>
      <p:ext uri="{BB962C8B-B14F-4D97-AF65-F5344CB8AC3E}">
        <p14:creationId xmlns:p14="http://schemas.microsoft.com/office/powerpoint/2010/main" val="810730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8F76A0-028D-48E7-BF85-9EB8DAE4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842DEF-2005-4D97-A050-4FC796A1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D43B"/>
                </a:solidFill>
                <a:latin typeface="Arial"/>
                <a:ea typeface="Arial"/>
                <a:cs typeface="Arial"/>
              </a:rPr>
              <a:t>КОРТЕЖИ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06E366-D757-46B7-85E1-2669E3BC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Операции с кортежем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4B847A-772B-40B3-8B74-4A2F6EBC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390650"/>
            <a:ext cx="9982200" cy="4572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fish = (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"red"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"blue"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fish[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0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  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1</a:t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fish[: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 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(1, 2)</a:t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len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(fish)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4</a:t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"red"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fish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True</a:t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8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fish[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0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 =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7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TypeError</a:t>
            </a:r>
          </a:p>
        </p:txBody>
      </p:sp>
    </p:spTree>
    <p:extLst>
      <p:ext uri="{BB962C8B-B14F-4D97-AF65-F5344CB8AC3E}">
        <p14:creationId xmlns:p14="http://schemas.microsoft.com/office/powerpoint/2010/main" val="6937266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8A6682-C0EC-4914-A431-22431C30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873D59-5FC7-4449-883B-A8C2B6B8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D43B"/>
                </a:solidFill>
                <a:latin typeface="Arial"/>
                <a:ea typeface="Arial"/>
                <a:cs typeface="Arial"/>
              </a:rPr>
              <a:t>КОРТЕЖИ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5F07C4-1868-49F5-B447-CD161937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Упаковка и распаковка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6C178C-0B36-4579-A16D-FEA06FCE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4210050"/>
          </a:xfrm>
          <a:prstGeom xmlns:a="http://schemas.openxmlformats.org/drawingml/2006/main" prst="roundRect">
            <a:avLst>
              <a:gd name="adj" fmla="val 4072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point =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7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 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упаковка</a:t>
            </a:r>
          </a:p>
          <a:p xmlns:a="http://schemas.openxmlformats.org/drawingml/2006/main">
            <a:pPr>
              <a:defRPr sz="187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x, y = point           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распаковка</a:t>
            </a:r>
          </a:p>
          <a:p xmlns:a="http://schemas.openxmlformats.org/drawingml/2006/main">
            <a:pPr>
              <a:defRPr sz="187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87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values = (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10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20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30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40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>
              <a:defRPr sz="187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head, *tail = values</a:t>
            </a:r>
          </a:p>
          <a:p xmlns:a="http://schemas.openxmlformats.org/drawingml/2006/main">
            <a:pPr>
              <a:defRPr sz="187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87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head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10</a:t>
            </a:r>
          </a:p>
          <a:p xmlns:a="http://schemas.openxmlformats.org/drawingml/2006/main">
            <a:pPr>
              <a:defRPr sz="187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tail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[20, 30, 40]</a:t>
            </a:r>
          </a:p>
        </p:txBody>
      </p:sp>
    </p:spTree>
    <p:extLst>
      <p:ext uri="{BB962C8B-B14F-4D97-AF65-F5344CB8AC3E}">
        <p14:creationId xmlns:p14="http://schemas.microsoft.com/office/powerpoint/2010/main" val="60869331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19FB30-D824-4905-ACF2-7196FE3D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707DB5-F972-4F90-B30C-C1A3D55D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D43B"/>
                </a:solidFill>
                <a:latin typeface="Arial"/>
                <a:ea typeface="Arial"/>
                <a:cs typeface="Arial"/>
              </a:rPr>
              <a:t>КОРТЕЖИ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03842-3B90-407E-8B9E-A76FB9F3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Обмен значений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04A2B8-3628-4CD2-9435-F99DBA74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76400"/>
            <a:ext cx="876300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x, y =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5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6</a:t>
            </a:r>
          </a:p>
          <a:p xmlns:a="http://schemas.openxmlformats.org/drawingml/2006/main">
            <a:pPr>
              <a:defRPr sz="24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x, y = y, x</a:t>
            </a:r>
          </a:p>
          <a:p xmlns:a="http://schemas.openxmlformats.org/drawingml/2006/main">
            <a:pPr>
              <a:defRPr sz="24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24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print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(x, y) </a:t>
            </a: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6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4C422-DA58-4ECA-ABFE-01F4A58A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86300"/>
            <a:ext cx="8877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AB5C6"/>
                </a:solidFill>
                <a:latin typeface="Arial"/>
                <a:ea typeface="Arial"/>
                <a:cs typeface="Arial"/>
              </a:rPr>
              <a:t>Сначала Python вычисляет правую часть, затем распаковывает значения в x и y.</a:t>
            </a:r>
          </a:p>
        </p:txBody>
      </p:sp>
    </p:spTree>
    <p:extLst>
      <p:ext uri="{BB962C8B-B14F-4D97-AF65-F5344CB8AC3E}">
        <p14:creationId xmlns:p14="http://schemas.microsoft.com/office/powerpoint/2010/main" val="81788982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520490-0BD5-48D1-B3B6-8927A080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2F01D1-C620-4059-82A6-93E0F7CE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0" b="1">
                <a:solidFill>
                  <a:srgbClr val="4B9CD3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4B9CD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641B9-551D-4BE9-A6C2-C5EADDBB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924050"/>
            <a:ext cx="8001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Включения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B200CE-1C7D-4D1F-B570-774C95DA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48000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AAB5C6"/>
                </a:solidFill>
                <a:latin typeface="Arial"/>
                <a:ea typeface="Arial"/>
                <a:cs typeface="Arial"/>
              </a:rPr>
              <a:t>Короткая запись для создания коллекций</a:t>
            </a:r>
          </a:p>
        </p:txBody>
      </p:sp>
    </p:spTree>
    <p:extLst>
      <p:ext uri="{BB962C8B-B14F-4D97-AF65-F5344CB8AC3E}">
        <p14:creationId xmlns:p14="http://schemas.microsoft.com/office/powerpoint/2010/main" val="204473416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E501F-E05F-4277-92AC-30F693CA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E8DDE4-3EFC-4192-9B94-83E98FA1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D43B"/>
                </a:solidFill>
                <a:latin typeface="Arial"/>
                <a:ea typeface="Arial"/>
                <a:cs typeface="Arial"/>
              </a:rPr>
              <a:t>ВКЛЮЧЕНИЯ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4306B5-6DFA-4C66-933F-50E6146B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Обычный цикл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20DD26-DBB4-46D3-A044-75DFCE6C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10553700" cy="39433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squares = []</a:t>
            </a:r>
          </a:p>
          <a:p xmlns:a="http://schemas.openxmlformats.org/drawingml/2006/main"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for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x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range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100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):</a:t>
            </a:r>
          </a:p>
          <a:p xmlns:a="http://schemas.openxmlformats.org/drawingml/2006/main"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   squares.append(x **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squares[: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5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 + squares[-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5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:]</a:t>
            </a:r>
          </a:p>
          <a:p xmlns:a="http://schemas.openxmlformats.org/drawingml/2006/main"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[0, 1, 4, 9, 16, 9025, 9216, 9409, 9604, 9801]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B1E0ED-7DD1-4BDC-A9F1-F7F9E4C2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715000"/>
            <a:ext cx="868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D43B"/>
                </a:solidFill>
                <a:latin typeface="Arial"/>
                <a:ea typeface="Arial"/>
                <a:cs typeface="Arial"/>
              </a:rPr>
              <a:t>Этот цикл можно записать одним списковым включением.</a:t>
            </a:r>
          </a:p>
        </p:txBody>
      </p:sp>
    </p:spTree>
    <p:extLst>
      <p:ext uri="{BB962C8B-B14F-4D97-AF65-F5344CB8AC3E}">
        <p14:creationId xmlns:p14="http://schemas.microsoft.com/office/powerpoint/2010/main" val="125559962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3D93E8-EBA6-4957-BFED-AEB26F7B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D8EA0C-DEA8-41CB-960C-1430E4A8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D43B"/>
                </a:solidFill>
                <a:latin typeface="Arial"/>
                <a:ea typeface="Arial"/>
                <a:cs typeface="Arial"/>
              </a:rPr>
              <a:t>ВКЛЮЧЕНИЯ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89C66B-B76C-4924-A4ED-6BB09432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Списковое включение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96CC01-86EA-4D4A-B623-8E1B0842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62100"/>
            <a:ext cx="9334500" cy="2667000"/>
          </a:xfrm>
          <a:prstGeom xmlns:a="http://schemas.openxmlformats.org/drawingml/2006/main" prst="roundRect">
            <a:avLst>
              <a:gd name="adj" fmla="val 6429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[f(x)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for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x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iterable]</a:t>
            </a:r>
          </a:p>
          <a:p xmlns:a="http://schemas.openxmlformats.org/drawingml/2006/main">
            <a:pPr>
              <a:defRPr sz="22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22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[x **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for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x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range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10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)]</a:t>
            </a:r>
          </a:p>
          <a:p xmlns:a="http://schemas.openxmlformats.org/drawingml/2006/main">
            <a:pPr>
              <a:defRPr sz="22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[0, 1, 4, 9, 16, 25, 36, 49, 64, 81]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DA2D10-DCA1-41A0-B82F-44F1EF96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244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D43B"/>
                </a:solidFill>
                <a:latin typeface="Arial"/>
                <a:ea typeface="Arial"/>
                <a:cs typeface="Arial"/>
              </a:rPr>
              <a:t>f(x)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6E49C2-DD6F-4503-A9BD-F7AFA1BF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2197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AB5C6"/>
                </a:solidFill>
                <a:latin typeface="Arial"/>
                <a:ea typeface="Arial"/>
                <a:cs typeface="Arial"/>
              </a:rPr>
              <a:t>новый элемент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C39A24-E239-4CB4-9994-11F8B77D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2440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4B9CD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4B9CD3"/>
                </a:solidFill>
                <a:latin typeface="Arial"/>
                <a:ea typeface="Arial"/>
                <a:cs typeface="Arial"/>
              </a:rPr>
              <a:t>for x in iterable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954F82-1FA9-4DDB-8C8B-FBFCC348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2197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AB5C6"/>
                </a:solidFill>
                <a:latin typeface="Arial"/>
                <a:ea typeface="Arial"/>
                <a:cs typeface="Arial"/>
              </a:rPr>
              <a:t>источник данных</a:t>
            </a:r>
          </a:p>
        </p:txBody>
      </p:sp>
    </p:spTree>
    <p:extLst>
      <p:ext uri="{BB962C8B-B14F-4D97-AF65-F5344CB8AC3E}">
        <p14:creationId xmlns:p14="http://schemas.microsoft.com/office/powerpoint/2010/main" val="62361425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8B1F75-C62D-4F0B-AD7F-AD6C56BA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497506-65F5-48ED-9CC5-3A758573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D43B"/>
                </a:solidFill>
                <a:latin typeface="Arial"/>
                <a:ea typeface="Arial"/>
                <a:cs typeface="Arial"/>
              </a:rPr>
              <a:t>ВКЛЮЧЕНИЯ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A1EEB6-2B9A-44A5-8AF2-B66F4946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Фильтрация во включении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0FAD17-2128-4F31-8E13-DA897BC3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10287000" cy="2724150"/>
          </a:xfrm>
          <a:prstGeom xmlns:a="http://schemas.openxmlformats.org/drawingml/2006/main" prst="roundRect">
            <a:avLst>
              <a:gd name="adj" fmla="val 6294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[f(x)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for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x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iterable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if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predicate(x)]</a:t>
            </a:r>
          </a:p>
          <a:p xmlns:a="http://schemas.openxmlformats.org/drawingml/2006/main">
            <a:pPr>
              <a:defRPr sz="21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21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[x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for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x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range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20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if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x %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==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0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</a:t>
            </a:r>
          </a:p>
          <a:p xmlns:a="http://schemas.openxmlformats.org/drawingml/2006/main">
            <a:pPr>
              <a:defRPr sz="210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[0, 2, 4, 6, 8, 10, 12, 14, 16, 18]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9655A6-DDCD-474C-8299-836F5328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914900"/>
            <a:ext cx="8991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AAB5C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B5C6"/>
                </a:solidFill>
                <a:latin typeface="Arial"/>
                <a:ea typeface="Arial"/>
                <a:cs typeface="Arial"/>
              </a:rPr>
              <a:t>Условие оставляет только элементы, для которых predicate(x) возвращает True.</a:t>
            </a:r>
          </a:p>
        </p:txBody>
      </p:sp>
    </p:spTree>
    <p:extLst>
      <p:ext uri="{BB962C8B-B14F-4D97-AF65-F5344CB8AC3E}">
        <p14:creationId xmlns:p14="http://schemas.microsoft.com/office/powerpoint/2010/main" val="30108133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142D74-F106-4E4D-BD5A-2C4AB1DF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A816C1-59E3-4504-B554-739EF868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D43B"/>
                </a:solidFill>
                <a:latin typeface="Arial"/>
                <a:ea typeface="Arial"/>
                <a:cs typeface="Arial"/>
              </a:rPr>
              <a:t>ВКЛЮЧЕНИЯ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934262-BCE0-43B5-811B-5576202A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Примеры списковых включений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59D97-74AA-4201-B4D1-7F85715B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2781300"/>
          </a:xfrm>
          <a:prstGeom xmlns:a="http://schemas.openxmlformats.org/drawingml/2006/main" prst="roundRect">
            <a:avLst>
              <a:gd name="adj" fmla="val 6164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sentence = </a:t>
            </a:r>
            <a:r>
              <a:rPr>
                <a:solidFill>
                  <a:srgbClr val="FF9A8B"/>
                </a:solidFill>
                <a:latin typeface="Menlo"/>
                <a:ea typeface="Menlo"/>
                <a:cs typeface="Menlo"/>
              </a:rPr>
              <a:t>"Simple is better than complex"</a:t>
            </a:r>
          </a:p>
          <a:p xmlns:a="http://schemas.openxmlformats.org/drawingml/2006/main"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words = sentence.split()</a:t>
            </a:r>
          </a:p>
          <a:p xmlns:a="http://schemas.openxmlformats.org/drawingml/2006/main"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[word.lower()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for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word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words]</a:t>
            </a:r>
          </a:p>
          <a:p xmlns:a="http://schemas.openxmlformats.org/drawingml/2006/main"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[word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for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word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words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if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len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(word) &gt;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6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F65BB4-EA3A-4CC3-9367-A939FED4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0820400" cy="13144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1726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[(x, x **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, x **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3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for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x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range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4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)]</a:t>
            </a:r>
          </a:p>
          <a:p xmlns:a="http://schemas.openxmlformats.org/drawingml/2006/main">
            <a:pPr>
              <a:defRPr sz="1575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[(i, j)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for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i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range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4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for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j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range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(i)]</a:t>
            </a:r>
          </a:p>
        </p:txBody>
      </p:sp>
    </p:spTree>
    <p:extLst>
      <p:ext uri="{BB962C8B-B14F-4D97-AF65-F5344CB8AC3E}">
        <p14:creationId xmlns:p14="http://schemas.microsoft.com/office/powerpoint/2010/main" val="204991222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CAA78-611D-4CB0-91D3-26307F05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24FAFF-C8FD-44F4-9ADA-62C7D1CA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D43B"/>
                </a:solidFill>
                <a:latin typeface="Arial"/>
                <a:ea typeface="Arial"/>
                <a:cs typeface="Arial"/>
              </a:rPr>
              <a:t>ВКЛЮЧЕНИЯ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66D199-96B9-411C-83B5-664B6528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Словарные и множественные включения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8A30AA-2B58-4F0D-AAB7-DF633F21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09700"/>
            <a:ext cx="10591800" cy="4210050"/>
          </a:xfrm>
          <a:prstGeom xmlns:a="http://schemas.openxmlformats.org/drawingml/2006/main" prst="roundRect">
            <a:avLst>
              <a:gd name="adj" fmla="val 4072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  <p:txBody>
          <a:bodyPr xmlns:a="http://schemas.openxmlformats.org/drawingml/2006/main" wrap="non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Словарь</a:t>
            </a:r>
          </a:p>
          <a:p xmlns:a="http://schemas.openxmlformats.org/drawingml/2006/main"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squares = {x: x ** 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for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x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range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5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)}</a:t>
            </a:r>
          </a:p>
          <a:p xmlns:a="http://schemas.openxmlformats.org/drawingml/2006/main"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inverse = {value: key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for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key, value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d.items()}</a:t>
            </a:r>
          </a:p>
          <a:p xmlns:a="http://schemas.openxmlformats.org/drawingml/2006/main"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7FD88C"/>
                </a:solidFill>
                <a:latin typeface="Menlo"/>
                <a:ea typeface="Menlo"/>
                <a:cs typeface="Menlo"/>
              </a:rPr>
              <a:t># Множество</a:t>
            </a:r>
          </a:p>
          <a:p xmlns:a="http://schemas.openxmlformats.org/drawingml/2006/main"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lengths = {</a:t>
            </a:r>
            <a:r>
              <a:rPr>
                <a:solidFill>
                  <a:srgbClr val="4B9CD3"/>
                </a:solidFill>
                <a:latin typeface="Menlo"/>
                <a:ea typeface="Menlo"/>
                <a:cs typeface="Menlo"/>
              </a:rPr>
              <a:t>len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(word)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for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word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words}</a:t>
            </a:r>
          </a:p>
          <a:p xmlns:a="http://schemas.openxmlformats.org/drawingml/2006/main">
            <a:pPr>
              <a:defRPr sz="1650">
                <a:solidFill>
                  <a:srgbClr val="F5F7FA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palindromes = {word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for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word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words </a:t>
            </a:r>
            <a:r>
              <a:rPr>
                <a:solidFill>
                  <a:srgbClr val="C7A0FF"/>
                </a:solidFill>
                <a:latin typeface="Menlo"/>
                <a:ea typeface="Menlo"/>
                <a:cs typeface="Menlo"/>
              </a:rPr>
              <a:t>if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 word == word[::-</a:t>
            </a:r>
            <a:r>
              <a:rPr>
                <a:solidFill>
                  <a:srgbClr val="FFD43B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5F7FA"/>
                </a:solidFill>
                <a:latin typeface="Menlo"/>
                <a:ea typeface="Menlo"/>
                <a:cs typeface="Menlo"/>
              </a:rPr>
              <a:t>]}</a:t>
            </a:r>
          </a:p>
        </p:txBody>
      </p:sp>
    </p:spTree>
    <p:extLst>
      <p:ext uri="{BB962C8B-B14F-4D97-AF65-F5344CB8AC3E}">
        <p14:creationId xmlns:p14="http://schemas.microsoft.com/office/powerpoint/2010/main" val="11572155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2026-09-22T20:42:49.2780000Z</dcterms:created>
  <dcterms:modified xsi:type="dcterms:W3CDTF">2026-09-22T20:42:49.2780000Z</dcterms:modified>
</coreProperties>
</file>