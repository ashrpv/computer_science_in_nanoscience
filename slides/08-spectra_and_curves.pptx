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6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7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8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9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0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11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12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3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4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5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16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bac1683b0b4bc1" /><Relationship Type="http://schemas.openxmlformats.org/officeDocument/2006/relationships/extended-properties" Target="/docProps/app.xml" Id="Rf45b128b62854231" /><Relationship Type="http://schemas.openxmlformats.org/officeDocument/2006/relationships/officeDocument" Target="/ppt/presentation.xml" Id="Rc1a6ce735b394a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33943fa74c496f"/>
  </p:sldMasterIdLst>
  <p:notesMasterIdLst>
    <p:notesMasterId xmlns:r="http://schemas.openxmlformats.org/officeDocument/2006/relationships" r:id="Rfcb63c51d73e4db1"/>
  </p:notesMasterIdLst>
  <p:sldIdLst>
    <p:sldId xmlns:r="http://schemas.openxmlformats.org/officeDocument/2006/relationships" id="256" r:id="R8c4bfad2115e42a7"/>
    <p:sldId xmlns:r="http://schemas.openxmlformats.org/officeDocument/2006/relationships" id="257" r:id="Rd13e5e4642fa4c38"/>
    <p:sldId xmlns:r="http://schemas.openxmlformats.org/officeDocument/2006/relationships" id="258" r:id="Rd0be625589c6429c"/>
    <p:sldId xmlns:r="http://schemas.openxmlformats.org/officeDocument/2006/relationships" id="259" r:id="R6da5962db8af4f57"/>
    <p:sldId xmlns:r="http://schemas.openxmlformats.org/officeDocument/2006/relationships" id="260" r:id="R4bdd2348b5d24eb1"/>
    <p:sldId xmlns:r="http://schemas.openxmlformats.org/officeDocument/2006/relationships" id="261" r:id="R099f5d40936c4de0"/>
    <p:sldId xmlns:r="http://schemas.openxmlformats.org/officeDocument/2006/relationships" id="262" r:id="R85b3fa67215f4940"/>
    <p:sldId xmlns:r="http://schemas.openxmlformats.org/officeDocument/2006/relationships" id="263" r:id="Ra2403b9121684ed4"/>
    <p:sldId xmlns:r="http://schemas.openxmlformats.org/officeDocument/2006/relationships" id="264" r:id="R4ada86dc2e3a4c5b"/>
    <p:sldId xmlns:r="http://schemas.openxmlformats.org/officeDocument/2006/relationships" id="265" r:id="R7c19850567684594"/>
    <p:sldId xmlns:r="http://schemas.openxmlformats.org/officeDocument/2006/relationships" id="266" r:id="R9bb301cac95c4433"/>
    <p:sldId xmlns:r="http://schemas.openxmlformats.org/officeDocument/2006/relationships" id="267" r:id="R64c9cd72779b4cd7"/>
    <p:sldId xmlns:r="http://schemas.openxmlformats.org/officeDocument/2006/relationships" id="268" r:id="R7802b67396ef4489"/>
    <p:sldId xmlns:r="http://schemas.openxmlformats.org/officeDocument/2006/relationships" id="269" r:id="Rbb9e14de9c0a4091"/>
    <p:sldId xmlns:r="http://schemas.openxmlformats.org/officeDocument/2006/relationships" id="270" r:id="R89d63f373caa43ee"/>
    <p:sldId xmlns:r="http://schemas.openxmlformats.org/officeDocument/2006/relationships" id="271" r:id="R2c6863a1eca44028"/>
    <p:sldId xmlns:r="http://schemas.openxmlformats.org/officeDocument/2006/relationships" id="272" r:id="Rf7e6170abc634654"/>
    <p:sldId xmlns:r="http://schemas.openxmlformats.org/officeDocument/2006/relationships" id="273" r:id="R71071e50ede14544"/>
    <p:sldId xmlns:r="http://schemas.openxmlformats.org/officeDocument/2006/relationships" id="274" r:id="R6cc47ddbb7324383"/>
    <p:sldId xmlns:r="http://schemas.openxmlformats.org/officeDocument/2006/relationships" id="275" r:id="R28aef37a934d4884"/>
    <p:sldId xmlns:r="http://schemas.openxmlformats.org/officeDocument/2006/relationships" id="276" r:id="R8501a3962e234dde"/>
    <p:sldId xmlns:r="http://schemas.openxmlformats.org/officeDocument/2006/relationships" id="277" r:id="R989d36c7c1484a37"/>
    <p:sldId xmlns:r="http://schemas.openxmlformats.org/officeDocument/2006/relationships" id="278" r:id="R4dfadcd2b0d8498f"/>
    <p:sldId xmlns:r="http://schemas.openxmlformats.org/officeDocument/2006/relationships" id="279" r:id="Rd1254c955d0e4c51"/>
    <p:sldId xmlns:r="http://schemas.openxmlformats.org/officeDocument/2006/relationships" id="280" r:id="R4437ba998c8c4d97"/>
    <p:sldId xmlns:r="http://schemas.openxmlformats.org/officeDocument/2006/relationships" id="281" r:id="R06575ea8c5924956"/>
    <p:sldId xmlns:r="http://schemas.openxmlformats.org/officeDocument/2006/relationships" id="282" r:id="R62cafa6470ec4af8"/>
    <p:sldId xmlns:r="http://schemas.openxmlformats.org/officeDocument/2006/relationships" id="283" r:id="R0cd4a833358540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813eb8c8f2434d" /><Relationship Type="http://schemas.openxmlformats.org/officeDocument/2006/relationships/slideMaster" Target="/ppt/slideMasters/slideMaster1.xml" Id="Rb733943fa74c496f" /><Relationship Type="http://schemas.openxmlformats.org/officeDocument/2006/relationships/notesMaster" Target="/ppt/notesMasters/notesMaster1.xml" Id="Rfcb63c51d73e4db1" /><Relationship Type="http://schemas.openxmlformats.org/officeDocument/2006/relationships/presProps" Target="/ppt/presProps.xml" Id="Red94fac6ba8e45eb" /><Relationship Type="http://schemas.openxmlformats.org/officeDocument/2006/relationships/tableStyles" Target="/ppt/tableStyles.xml" Id="Rffcfb23d343a4b37" /><Relationship Type="http://schemas.openxmlformats.org/officeDocument/2006/relationships/slide" Target="/ppt/slides/slide1.xml" Id="R8c4bfad2115e42a7" /><Relationship Type="http://schemas.openxmlformats.org/officeDocument/2006/relationships/slide" Target="/ppt/slides/slide2.xml" Id="Rd13e5e4642fa4c38" /><Relationship Type="http://schemas.openxmlformats.org/officeDocument/2006/relationships/slide" Target="/ppt/slides/slide3.xml" Id="Rd0be625589c6429c" /><Relationship Type="http://schemas.openxmlformats.org/officeDocument/2006/relationships/slide" Target="/ppt/slides/slide4.xml" Id="R6da5962db8af4f57" /><Relationship Type="http://schemas.openxmlformats.org/officeDocument/2006/relationships/slide" Target="/ppt/slides/slide5.xml" Id="R4bdd2348b5d24eb1" /><Relationship Type="http://schemas.openxmlformats.org/officeDocument/2006/relationships/slide" Target="/ppt/slides/slide6.xml" Id="R099f5d40936c4de0" /><Relationship Type="http://schemas.openxmlformats.org/officeDocument/2006/relationships/slide" Target="/ppt/slides/slide7.xml" Id="R85b3fa67215f4940" /><Relationship Type="http://schemas.openxmlformats.org/officeDocument/2006/relationships/slide" Target="/ppt/slides/slide8.xml" Id="Ra2403b9121684ed4" /><Relationship Type="http://schemas.openxmlformats.org/officeDocument/2006/relationships/slide" Target="/ppt/slides/slide9.xml" Id="R4ada86dc2e3a4c5b" /><Relationship Type="http://schemas.openxmlformats.org/officeDocument/2006/relationships/slide" Target="/ppt/slides/slide10.xml" Id="R7c19850567684594" /><Relationship Type="http://schemas.openxmlformats.org/officeDocument/2006/relationships/slide" Target="/ppt/slides/slide11.xml" Id="R9bb301cac95c4433" /><Relationship Type="http://schemas.openxmlformats.org/officeDocument/2006/relationships/slide" Target="/ppt/slides/slide12.xml" Id="R64c9cd72779b4cd7" /><Relationship Type="http://schemas.openxmlformats.org/officeDocument/2006/relationships/slide" Target="/ppt/slides/slide13.xml" Id="R7802b67396ef4489" /><Relationship Type="http://schemas.openxmlformats.org/officeDocument/2006/relationships/slide" Target="/ppt/slides/slide14.xml" Id="Rbb9e14de9c0a4091" /><Relationship Type="http://schemas.openxmlformats.org/officeDocument/2006/relationships/slide" Target="/ppt/slides/slide15.xml" Id="R89d63f373caa43ee" /><Relationship Type="http://schemas.openxmlformats.org/officeDocument/2006/relationships/slide" Target="/ppt/slides/slide16.xml" Id="R2c6863a1eca44028" /><Relationship Type="http://schemas.openxmlformats.org/officeDocument/2006/relationships/slide" Target="/ppt/slides/slide17.xml" Id="Rf7e6170abc634654" /><Relationship Type="http://schemas.openxmlformats.org/officeDocument/2006/relationships/slide" Target="/ppt/slides/slide18.xml" Id="R71071e50ede14544" /><Relationship Type="http://schemas.openxmlformats.org/officeDocument/2006/relationships/slide" Target="/ppt/slides/slide19.xml" Id="R6cc47ddbb7324383" /><Relationship Type="http://schemas.openxmlformats.org/officeDocument/2006/relationships/slide" Target="/ppt/slides/slide20.xml" Id="R28aef37a934d4884" /><Relationship Type="http://schemas.openxmlformats.org/officeDocument/2006/relationships/slide" Target="/ppt/slides/slide21.xml" Id="R8501a3962e234dde" /><Relationship Type="http://schemas.openxmlformats.org/officeDocument/2006/relationships/slide" Target="/ppt/slides/slide22.xml" Id="R989d36c7c1484a37" /><Relationship Type="http://schemas.openxmlformats.org/officeDocument/2006/relationships/slide" Target="/ppt/slides/slide23.xml" Id="R4dfadcd2b0d8498f" /><Relationship Type="http://schemas.openxmlformats.org/officeDocument/2006/relationships/slide" Target="/ppt/slides/slide24.xml" Id="Rd1254c955d0e4c51" /><Relationship Type="http://schemas.openxmlformats.org/officeDocument/2006/relationships/slide" Target="/ppt/slides/slide25.xml" Id="R4437ba998c8c4d97" /><Relationship Type="http://schemas.openxmlformats.org/officeDocument/2006/relationships/slide" Target="/ppt/slides/slide26.xml" Id="R06575ea8c5924956" /><Relationship Type="http://schemas.openxmlformats.org/officeDocument/2006/relationships/slide" Target="/ppt/slides/slide27.xml" Id="R62cafa6470ec4af8" /><Relationship Type="http://schemas.openxmlformats.org/officeDocument/2006/relationships/slide" Target="/ppt/slides/slide28.xml" Id="R0cd4a833358540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e2016130dc45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96bba59d6b4f07" /><Relationship Type="http://schemas.openxmlformats.org/officeDocument/2006/relationships/notesMaster" Target="/ppt/notesMasters/notesMaster1.xml" Id="Rf2ca37b90d0248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f0a1e57d6942e4" /><Relationship Type="http://schemas.openxmlformats.org/officeDocument/2006/relationships/notesMaster" Target="/ppt/notesMasters/notesMaster1.xml" Id="R4da9c23c56b34a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aeb4e6096c4023" /><Relationship Type="http://schemas.openxmlformats.org/officeDocument/2006/relationships/notesMaster" Target="/ppt/notesMasters/notesMaster1.xml" Id="R1b801121a4564d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919fe7a3ce4fc6" /><Relationship Type="http://schemas.openxmlformats.org/officeDocument/2006/relationships/notesMaster" Target="/ppt/notesMasters/notesMaster1.xml" Id="R5d43d027b08c4e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d2439aa8084d36" /><Relationship Type="http://schemas.openxmlformats.org/officeDocument/2006/relationships/notesMaster" Target="/ppt/notesMasters/notesMaster1.xml" Id="Rb4ff2516645a45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df65ff1b934648" /><Relationship Type="http://schemas.openxmlformats.org/officeDocument/2006/relationships/notesMaster" Target="/ppt/notesMasters/notesMaster1.xml" Id="Rbf0d575856bb48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523423c2244148" /><Relationship Type="http://schemas.openxmlformats.org/officeDocument/2006/relationships/notesMaster" Target="/ppt/notesMasters/notesMaster1.xml" Id="Ra48e12124a0645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30445d87ba49d6" /><Relationship Type="http://schemas.openxmlformats.org/officeDocument/2006/relationships/notesMaster" Target="/ppt/notesMasters/notesMaster1.xml" Id="Rb55a87006c8645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6e82b598174dc6" /><Relationship Type="http://schemas.openxmlformats.org/officeDocument/2006/relationships/notesMaster" Target="/ppt/notesMasters/notesMaster1.xml" Id="Rd0bbab9a3aec41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bf55d6738d4af5" /><Relationship Type="http://schemas.openxmlformats.org/officeDocument/2006/relationships/notesMaster" Target="/ppt/notesMasters/notesMaster1.xml" Id="R5a4840df99f546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eeb50ef8564ddc" /><Relationship Type="http://schemas.openxmlformats.org/officeDocument/2006/relationships/notesMaster" Target="/ppt/notesMasters/notesMaster1.xml" Id="R93fc3808a0924a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753b77645e475e" /><Relationship Type="http://schemas.openxmlformats.org/officeDocument/2006/relationships/notesMaster" Target="/ppt/notesMasters/notesMaster1.xml" Id="R8690009c8ac44b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2a0559e5df4db7" /><Relationship Type="http://schemas.openxmlformats.org/officeDocument/2006/relationships/notesMaster" Target="/ppt/notesMasters/notesMaster1.xml" Id="R677802b703ee43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4c6bfdc210429b" /><Relationship Type="http://schemas.openxmlformats.org/officeDocument/2006/relationships/notesMaster" Target="/ppt/notesMasters/notesMaster1.xml" Id="R19080942532546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7bbdd801654dc2" /><Relationship Type="http://schemas.openxmlformats.org/officeDocument/2006/relationships/notesMaster" Target="/ppt/notesMasters/notesMaster1.xml" Id="R6af3f38344d74c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1ae831b5194f78" /><Relationship Type="http://schemas.openxmlformats.org/officeDocument/2006/relationships/notesMaster" Target="/ppt/notesMasters/notesMaster1.xml" Id="R86405546e32347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63fc64a54e4bf8" /><Relationship Type="http://schemas.openxmlformats.org/officeDocument/2006/relationships/notesMaster" Target="/ppt/notesMasters/notesMaster1.xml" Id="R2511da65f2384f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671884e21f44d0" /><Relationship Type="http://schemas.openxmlformats.org/officeDocument/2006/relationships/notesMaster" Target="/ppt/notesMasters/notesMaster1.xml" Id="R22263c2554dc475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205eec40d974db1" /><Relationship Type="http://schemas.openxmlformats.org/officeDocument/2006/relationships/notesMaster" Target="/ppt/notesMasters/notesMaster1.xml" Id="R83e7b82654d342f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04f228e4bf14f5e" /><Relationship Type="http://schemas.openxmlformats.org/officeDocument/2006/relationships/notesMaster" Target="/ppt/notesMasters/notesMaster1.xml" Id="Ra659391be1cd44d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653ba2f50644d74" /><Relationship Type="http://schemas.openxmlformats.org/officeDocument/2006/relationships/notesMaster" Target="/ppt/notesMasters/notesMaster1.xml" Id="R1612e5213f2f476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3ebf06ba224415a" /><Relationship Type="http://schemas.openxmlformats.org/officeDocument/2006/relationships/notesMaster" Target="/ppt/notesMasters/notesMaster1.xml" Id="Rec91663e7a5047a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d7bb49a44ef4ac5" /><Relationship Type="http://schemas.openxmlformats.org/officeDocument/2006/relationships/notesMaster" Target="/ppt/notesMasters/notesMaster1.xml" Id="Rc808ce1345fe4e8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d88af9a75d34274" /><Relationship Type="http://schemas.openxmlformats.org/officeDocument/2006/relationships/notesMaster" Target="/ppt/notesMasters/notesMaster1.xml" Id="R9083510b9cf4461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d5e2ebae6b4426d" /><Relationship Type="http://schemas.openxmlformats.org/officeDocument/2006/relationships/notesMaster" Target="/ppt/notesMasters/notesMaster1.xml" Id="Rc85d211c34774eb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75ffb3839e947e2" /><Relationship Type="http://schemas.openxmlformats.org/officeDocument/2006/relationships/notesMaster" Target="/ppt/notesMasters/notesMaster1.xml" Id="R3289ccfed1ab456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796f281d19e40e6" /><Relationship Type="http://schemas.openxmlformats.org/officeDocument/2006/relationships/notesMaster" Target="/ppt/notesMasters/notesMaster1.xml" Id="Re13136b5344546c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94dbf5173c54de9" /><Relationship Type="http://schemas.openxmlformats.org/officeDocument/2006/relationships/notesMaster" Target="/ppt/notesMasters/notesMaster1.xml" Id="R3573c73b361444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Кривая на обложке построена по иллюстративным данным.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данные. Общие принципы калибровки и неопределённости: https://www.physics.nist.gov/cuu/pdf/tn1297.pdf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guidance on evaluating and expressing measurement uncertainty: https://www.physics.nist.gov/cuu/pdf/tn1297.pdf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данные. Обзор классов алгоритмов коррекции фона: https://pybaselines.readthedocs.io/en/latest/algorithms/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данные. Классы baseline-алгоритмов и примеры: https://pybaselines.readthedocs.io/en/latest/algorithms/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pybaselines documentation and API: https://pybaselines.readthedocs.io/en/latest/ ; https://pybaselines.readthedocs.io/en/stable/api/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данные. SciPy savgol_filter parameters and constraints: https://docs.scipy.org/doc/scipy/reference/generated/scipy.signal.savgol_filter.html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данные. SciPy savgol_filter: https://docs.scipy.org/doc/scipy/reference/generated/scipy.signal.savgol_filter.html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данные. Общий подход к оценке неопределённости и повторяемости: https://www.physics.nist.gov/cuu/pdf/tn1297.pdf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данные. SciPy peak finding reference: https://docs.scipy.org/doc/scipy/reference/signal.html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данные. SciPy peak_widths definition and rel_height behavior: https://docs.scipy.org/doc/scipy/reference/generated/scipy.signal.peak_widths.html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данные. SciPy composite trapezoidal integration: https://docs.scipy.org/doc/scipy/reference/generated/scipy.integrate.trapezoid.html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SciPy curve_fit uses nonlinear least squares and can incorporate parameter bounds and sigma: https://docs.scipy.org/doc/scipy/reference/generated/scipy.optimize.curve_fit.html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данные. SciPy nonlinear least squares and bounds: https://docs.scipy.org/doc/scipy/reference/generated/scipy.optimize.curve_fit.html ; robust least squares: https://docs.scipy.org/doc/scipy/reference/generated/scipy.optimize.least_squares.html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SciPy find_peaks and peak_widths: https://docs.scipy.org/doc/scipy/reference/signal.html ; https://docs.scipy.org/doc/scipy/reference/generated/scipy.signal.peak_widths.html ; integration: https://docs.scipy.org/doc/scipy/reference/generated/scipy.integrate.trapezoid.html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данные. NIST guidance on uncertainty components, repeatability and calibration: https://www.physics.nist.gov/cuu/pdf/tn1297.pdf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данные. SciPy curve_fit for nonlinear least-squares fitting: https://docs.scipy.org/doc/scipy/reference/generated/scipy.optimize.curve_fit.html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данные. Параметры степенной модели показываются как пример; применимость модели подтверждают остатками и диапазоном скоростей.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данные. Точка пересечения показана как прикладной признак; её неопределённость оценивают по повторам и параметрам аппроксимации.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pathlib glob: https://docs.python.org/3.13/library/pathlib.html ; pandas.read_csv: https://pandas.pydata.org/pandas-docs/stable/reference/api/pandas.read_csv.html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данные. Контрольные границы и правила должны быть заданы на стандартах и исторических сериях.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guidance on calibration and measurement uncertainty: https://www.physics.nist.gov/cuu/pdf/tn1297.pdf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dc71b5dba440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d88189e729400b" /><Relationship Type="http://schemas.openxmlformats.org/officeDocument/2006/relationships/slideLayout" Target="/ppt/slideLayouts/slideLayout1.xml" Id="Rf887f098d96347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87f098d96347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e156594b744ec" /><Relationship Type="http://schemas.openxmlformats.org/officeDocument/2006/relationships/chart" Target="/ppt/slides/charts/chart1.xml" Id="Re6c7859137a244bf" /><Relationship Type="http://schemas.openxmlformats.org/officeDocument/2006/relationships/notesSlide" Target="/ppt/notesSlides/notesSlide1.xml" Id="R4b77b9919f9047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f8c7216c34e5c" /><Relationship Type="http://schemas.openxmlformats.org/officeDocument/2006/relationships/notesSlide" Target="/ppt/notesSlides/notesSlide2.xml" Id="R4ff16eaadf1f42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f1dc465bd4399" /><Relationship Type="http://schemas.openxmlformats.org/officeDocument/2006/relationships/chart" Target="/ppt/slides/charts/chart2.xml" Id="Rb4001cabb00045ba" /><Relationship Type="http://schemas.openxmlformats.org/officeDocument/2006/relationships/notesSlide" Target="/ppt/notesSlides/notesSlide3.xml" Id="Rf40ee4804f9b4e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1cddf28d54d19" /><Relationship Type="http://schemas.openxmlformats.org/officeDocument/2006/relationships/notesSlide" Target="/ppt/notesSlides/notesSlide4.xml" Id="R046fc139e35f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4131a637c4f8e" /><Relationship Type="http://schemas.openxmlformats.org/officeDocument/2006/relationships/notesSlide" Target="/ppt/notesSlides/notesSlide5.xml" Id="Rb870cb4c59354d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59b42e50340d3" /><Relationship Type="http://schemas.openxmlformats.org/officeDocument/2006/relationships/notesSlide" Target="/ppt/notesSlides/notesSlide6.xml" Id="R5d8cca36ebd541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53024f2e94489" /><Relationship Type="http://schemas.openxmlformats.org/officeDocument/2006/relationships/chart" Target="/ppt/slides/charts/chart3.xml" Id="Rd66eaf3dff9149b9" /><Relationship Type="http://schemas.openxmlformats.org/officeDocument/2006/relationships/notesSlide" Target="/ppt/notesSlides/notesSlide7.xml" Id="Rd02b00d3375c4a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dd04b552442c3" /><Relationship Type="http://schemas.openxmlformats.org/officeDocument/2006/relationships/chart" Target="/ppt/slides/charts/chart4.xml" Id="Ra071960d1e584cb1" /><Relationship Type="http://schemas.openxmlformats.org/officeDocument/2006/relationships/notesSlide" Target="/ppt/notesSlides/notesSlide8.xml" Id="R05ee2d90e8f442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44461597f4882" /><Relationship Type="http://schemas.openxmlformats.org/officeDocument/2006/relationships/notesSlide" Target="/ppt/notesSlides/notesSlide9.xml" Id="Re117116b25884d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2e6a2aae94d47" /><Relationship Type="http://schemas.openxmlformats.org/officeDocument/2006/relationships/chart" Target="/ppt/slides/charts/chart5.xml" Id="Rc861f7a819d54624" /><Relationship Type="http://schemas.openxmlformats.org/officeDocument/2006/relationships/notesSlide" Target="/ppt/notesSlides/notesSlide10.xml" Id="R2e2bf9d4a7cd4c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0df13c43f4171" /><Relationship Type="http://schemas.openxmlformats.org/officeDocument/2006/relationships/chart" Target="/ppt/slides/charts/chart6.xml" Id="R9e9ff945ff3849e7" /><Relationship Type="http://schemas.openxmlformats.org/officeDocument/2006/relationships/notesSlide" Target="/ppt/notesSlides/notesSlide11.xml" Id="R376cfff346c443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55d44f2914051" /><Relationship Type="http://schemas.openxmlformats.org/officeDocument/2006/relationships/chart" Target="/ppt/slides/charts/chart7.xml" Id="R6b3e2959e7324807" /><Relationship Type="http://schemas.openxmlformats.org/officeDocument/2006/relationships/notesSlide" Target="/ppt/notesSlides/notesSlide12.xml" Id="R62bebe18250e4b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a6deda3464c55" /><Relationship Type="http://schemas.openxmlformats.org/officeDocument/2006/relationships/notesSlide" Target="/ppt/notesSlides/notesSlide13.xml" Id="R692af61b62dc45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7d8da2b28419f" /><Relationship Type="http://schemas.openxmlformats.org/officeDocument/2006/relationships/chart" Target="/ppt/slides/charts/chart8.xml" Id="R46ecde8493ef45fb" /><Relationship Type="http://schemas.openxmlformats.org/officeDocument/2006/relationships/notesSlide" Target="/ppt/notesSlides/notesSlide14.xml" Id="R57afc590217e4e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bd374f1aa4850" /><Relationship Type="http://schemas.openxmlformats.org/officeDocument/2006/relationships/chart" Target="/ppt/slides/charts/chart9.xml" Id="R5b2e29d6f0194ce1" /><Relationship Type="http://schemas.openxmlformats.org/officeDocument/2006/relationships/notesSlide" Target="/ppt/notesSlides/notesSlide15.xml" Id="Rf2975d0c803d4e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8e51603004ef0" /><Relationship Type="http://schemas.openxmlformats.org/officeDocument/2006/relationships/chart" Target="/ppt/slides/charts/chart10.xml" Id="R260d863dff7e4ecd" /><Relationship Type="http://schemas.openxmlformats.org/officeDocument/2006/relationships/notesSlide" Target="/ppt/notesSlides/notesSlide16.xml" Id="R4a2c34d47a10452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07b7e2a294a1a" /><Relationship Type="http://schemas.openxmlformats.org/officeDocument/2006/relationships/notesSlide" Target="/ppt/notesSlides/notesSlide17.xml" Id="Rbb1151b8b416400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e2eb836964570" /><Relationship Type="http://schemas.openxmlformats.org/officeDocument/2006/relationships/chart" Target="/ppt/slides/charts/chart11.xml" Id="R9611960ce58c49fa" /><Relationship Type="http://schemas.openxmlformats.org/officeDocument/2006/relationships/notesSlide" Target="/ppt/notesSlides/notesSlide18.xml" Id="R8738db6cc9e449c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45b7af70d4631" /><Relationship Type="http://schemas.openxmlformats.org/officeDocument/2006/relationships/notesSlide" Target="/ppt/notesSlides/notesSlide19.xml" Id="R15af2a8ff2cf481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308eb96e24465" /><Relationship Type="http://schemas.openxmlformats.org/officeDocument/2006/relationships/chart" Target="/ppt/slides/charts/chart12.xml" Id="Rcb1d9c9512624882" /><Relationship Type="http://schemas.openxmlformats.org/officeDocument/2006/relationships/notesSlide" Target="/ppt/notesSlides/notesSlide20.xml" Id="R2f86c5210b02485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4ba0141aa45d7" /><Relationship Type="http://schemas.openxmlformats.org/officeDocument/2006/relationships/notesSlide" Target="/ppt/notesSlides/notesSlide21.xml" Id="R60013907a13b4e5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d82848e7844f1" /><Relationship Type="http://schemas.openxmlformats.org/officeDocument/2006/relationships/chart" Target="/ppt/slides/charts/chart13.xml" Id="R161ff3c51b9d45b4" /><Relationship Type="http://schemas.openxmlformats.org/officeDocument/2006/relationships/notesSlide" Target="/ppt/notesSlides/notesSlide22.xml" Id="R7dd7473475dd46f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4d9b71b5448ac" /><Relationship Type="http://schemas.openxmlformats.org/officeDocument/2006/relationships/chart" Target="/ppt/slides/charts/chart14.xml" Id="R34264176f4b945a0" /><Relationship Type="http://schemas.openxmlformats.org/officeDocument/2006/relationships/notesSlide" Target="/ppt/notesSlides/notesSlide23.xml" Id="R01c30a16f873495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f4001e0224360" /><Relationship Type="http://schemas.openxmlformats.org/officeDocument/2006/relationships/chart" Target="/ppt/slides/charts/chart15.xml" Id="R21540c16df6c4edd" /><Relationship Type="http://schemas.openxmlformats.org/officeDocument/2006/relationships/notesSlide" Target="/ppt/notesSlides/notesSlide24.xml" Id="R8d90d85027f8403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5e69de0bf4ebf" /><Relationship Type="http://schemas.openxmlformats.org/officeDocument/2006/relationships/notesSlide" Target="/ppt/notesSlides/notesSlide25.xml" Id="R058f1680afda4a5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e07fcbd034e92" /><Relationship Type="http://schemas.openxmlformats.org/officeDocument/2006/relationships/notesSlide" Target="/ppt/notesSlides/notesSlide26.xml" Id="R0869335ba913460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6ca5b7a6a485c" /><Relationship Type="http://schemas.openxmlformats.org/officeDocument/2006/relationships/chart" Target="/ppt/slides/charts/chart16.xml" Id="R3c62e23149464334" /><Relationship Type="http://schemas.openxmlformats.org/officeDocument/2006/relationships/notesSlide" Target="/ppt/notesSlides/notesSlide27.xml" Id="R3b041da4d53b42d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f8e5d0a234410" /><Relationship Type="http://schemas.openxmlformats.org/officeDocument/2006/relationships/notesSlide" Target="/ppt/notesSlides/notesSlide28.xml" Id="R5dc3de9de9be455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спектр</c:v>
          </c:tx>
          <c:spPr>
            <a:ln xmlns:a="http://schemas.openxmlformats.org/drawingml/2006/main" w="38100">
              <a:solidFill>
                <a:srgbClr val="C4A7FF"/>
              </a:solidFill>
              <a:prstDash val="solid"/>
            </a:ln>
          </c:spPr>
          <c:marker>
            <c:symbol val="none"/>
          </c:marker>
          <c:xVal>
            <c:numRef>
              <c:f>'Chart Data'!$A$2:$A$46</c:f>
              <c:numCache>
                <c:formatCode>General</c:formatCode>
                <c:ptCount val="45"/>
                <c:pt idx="0">
                  <c:v>400</c:v>
                </c:pt>
                <c:pt idx="1">
                  <c:v>431.8</c:v>
                </c:pt>
                <c:pt idx="2">
                  <c:v>463.6</c:v>
                </c:pt>
                <c:pt idx="3">
                  <c:v>495.5</c:v>
                </c:pt>
                <c:pt idx="4">
                  <c:v>527.3</c:v>
                </c:pt>
                <c:pt idx="5">
                  <c:v>559.1</c:v>
                </c:pt>
                <c:pt idx="6">
                  <c:v>590.9</c:v>
                </c:pt>
                <c:pt idx="7">
                  <c:v>622.7</c:v>
                </c:pt>
                <c:pt idx="8">
                  <c:v>654.5</c:v>
                </c:pt>
                <c:pt idx="9">
                  <c:v>686.4</c:v>
                </c:pt>
                <c:pt idx="10">
                  <c:v>718.2</c:v>
                </c:pt>
                <c:pt idx="11">
                  <c:v>750</c:v>
                </c:pt>
                <c:pt idx="12">
                  <c:v>781.8</c:v>
                </c:pt>
                <c:pt idx="13">
                  <c:v>813.6</c:v>
                </c:pt>
                <c:pt idx="14">
                  <c:v>845.5</c:v>
                </c:pt>
                <c:pt idx="15">
                  <c:v>877.3</c:v>
                </c:pt>
                <c:pt idx="16">
                  <c:v>909.1</c:v>
                </c:pt>
                <c:pt idx="17">
                  <c:v>940.9</c:v>
                </c:pt>
                <c:pt idx="18">
                  <c:v>972.7</c:v>
                </c:pt>
                <c:pt idx="19">
                  <c:v>1004.5</c:v>
                </c:pt>
                <c:pt idx="20">
                  <c:v>1036.4</c:v>
                </c:pt>
                <c:pt idx="21">
                  <c:v>1068.2</c:v>
                </c:pt>
                <c:pt idx="22">
                  <c:v>1100</c:v>
                </c:pt>
                <c:pt idx="23">
                  <c:v>1131.8</c:v>
                </c:pt>
                <c:pt idx="24">
                  <c:v>1163.6</c:v>
                </c:pt>
                <c:pt idx="25">
                  <c:v>1195.5</c:v>
                </c:pt>
                <c:pt idx="26">
                  <c:v>1227.3</c:v>
                </c:pt>
                <c:pt idx="27">
                  <c:v>1259.1</c:v>
                </c:pt>
                <c:pt idx="28">
                  <c:v>1290.9</c:v>
                </c:pt>
                <c:pt idx="29">
                  <c:v>1322.7</c:v>
                </c:pt>
                <c:pt idx="30">
                  <c:v>1354.5</c:v>
                </c:pt>
                <c:pt idx="31">
                  <c:v>1386.4</c:v>
                </c:pt>
                <c:pt idx="32">
                  <c:v>1418.2</c:v>
                </c:pt>
                <c:pt idx="33">
                  <c:v>1450</c:v>
                </c:pt>
                <c:pt idx="34">
                  <c:v>1481.8</c:v>
                </c:pt>
                <c:pt idx="35">
                  <c:v>1513.6</c:v>
                </c:pt>
                <c:pt idx="36">
                  <c:v>1545.5</c:v>
                </c:pt>
                <c:pt idx="37">
                  <c:v>1577.3</c:v>
                </c:pt>
                <c:pt idx="38">
                  <c:v>1609.1</c:v>
                </c:pt>
                <c:pt idx="39">
                  <c:v>1640.9</c:v>
                </c:pt>
                <c:pt idx="40">
                  <c:v>1672.7</c:v>
                </c:pt>
                <c:pt idx="41">
                  <c:v>1704.5</c:v>
                </c:pt>
                <c:pt idx="42">
                  <c:v>1736.4</c:v>
                </c:pt>
                <c:pt idx="43">
                  <c:v>1768.2</c:v>
                </c:pt>
                <c:pt idx="44">
                  <c:v>1800</c:v>
                </c:pt>
              </c:numCache>
            </c:numRef>
          </c:xVal>
          <c:yVal>
            <c:numRef>
              <c:f>'Chart Data'!$B$2:$B$46</c:f>
              <c:numCache>
                <c:formatCode>General</c:formatCode>
                <c:ptCount val="45"/>
                <c:pt idx="0">
                  <c:v>0.254</c:v>
                </c:pt>
                <c:pt idx="1">
                  <c:v>0.282</c:v>
                </c:pt>
                <c:pt idx="2">
                  <c:v>0.224</c:v>
                </c:pt>
                <c:pt idx="3">
                  <c:v>0.282</c:v>
                </c:pt>
                <c:pt idx="4">
                  <c:v>0.273</c:v>
                </c:pt>
                <c:pt idx="5">
                  <c:v>0.242</c:v>
                </c:pt>
                <c:pt idx="6">
                  <c:v>0.337</c:v>
                </c:pt>
                <c:pt idx="7">
                  <c:v>0.399</c:v>
                </c:pt>
                <c:pt idx="8">
                  <c:v>0.632</c:v>
                </c:pt>
                <c:pt idx="9">
                  <c:v>0.954</c:v>
                </c:pt>
                <c:pt idx="10">
                  <c:v>0.967</c:v>
                </c:pt>
                <c:pt idx="11">
                  <c:v>0.807</c:v>
                </c:pt>
                <c:pt idx="12">
                  <c:v>0.559</c:v>
                </c:pt>
                <c:pt idx="13">
                  <c:v>0.357</c:v>
                </c:pt>
                <c:pt idx="14">
                  <c:v>0.405</c:v>
                </c:pt>
                <c:pt idx="15">
                  <c:v>0.459</c:v>
                </c:pt>
                <c:pt idx="16">
                  <c:v>0.58</c:v>
                </c:pt>
                <c:pt idx="17">
                  <c:v>0.859</c:v>
                </c:pt>
                <c:pt idx="18">
                  <c:v>1.055</c:v>
                </c:pt>
                <c:pt idx="19">
                  <c:v>1.275</c:v>
                </c:pt>
                <c:pt idx="20">
                  <c:v>1.415</c:v>
                </c:pt>
                <c:pt idx="21">
                  <c:v>1.298</c:v>
                </c:pt>
                <c:pt idx="22">
                  <c:v>1.161</c:v>
                </c:pt>
                <c:pt idx="23">
                  <c:v>0.93</c:v>
                </c:pt>
                <c:pt idx="24">
                  <c:v>0.662</c:v>
                </c:pt>
                <c:pt idx="25">
                  <c:v>0.568</c:v>
                </c:pt>
                <c:pt idx="26">
                  <c:v>0.451</c:v>
                </c:pt>
                <c:pt idx="27">
                  <c:v>0.413</c:v>
                </c:pt>
                <c:pt idx="28">
                  <c:v>0.524</c:v>
                </c:pt>
                <c:pt idx="29">
                  <c:v>0.611</c:v>
                </c:pt>
                <c:pt idx="30">
                  <c:v>0.865</c:v>
                </c:pt>
                <c:pt idx="31">
                  <c:v>1.143</c:v>
                </c:pt>
                <c:pt idx="32">
                  <c:v>1.2</c:v>
                </c:pt>
                <c:pt idx="33">
                  <c:v>1.168</c:v>
                </c:pt>
                <c:pt idx="34">
                  <c:v>0.94</c:v>
                </c:pt>
                <c:pt idx="35">
                  <c:v>0.668</c:v>
                </c:pt>
                <c:pt idx="36">
                  <c:v>0.583</c:v>
                </c:pt>
                <c:pt idx="37">
                  <c:v>0.477</c:v>
                </c:pt>
                <c:pt idx="38">
                  <c:v>0.452</c:v>
                </c:pt>
                <c:pt idx="39">
                  <c:v>0.507</c:v>
                </c:pt>
                <c:pt idx="40">
                  <c:v>0.453</c:v>
                </c:pt>
                <c:pt idx="41">
                  <c:v>0.491</c:v>
                </c:pt>
                <c:pt idx="42">
                  <c:v>0.523</c:v>
                </c:pt>
                <c:pt idx="43">
                  <c:v>0.473</c:v>
                </c:pt>
                <c:pt idx="44">
                  <c:v>0.539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интенсивность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4"/>
      </c:valAx>
      <c:valAx>
        <c:axId val="48650112"/>
        <c:scaling>
          <c:orientation val="minMax"/>
          <c:max val="1800"/>
          <c:min val="4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координата сигнала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400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идеальная шкала</c:v>
          </c:tx>
          <c:spPr>
            <a:ln xmlns:a="http://schemas.openxmlformats.org/drawingml/2006/main" w="28575">
              <a:solidFill>
                <a:srgbClr val="A6B7C9"/>
              </a:solidFill>
              <a:prstDash val="dash"/>
            </a:ln>
          </c:spPr>
          <c:marker>
            <c:symbol val="none"/>
          </c:marker>
          <c:xVal>
            <c:numRef>
              <c:f>'Chart Data'!$A$2:$A$12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'Chart Data'!$B$2:$B$12</c:f>
              <c:numCache>
                <c:formatCode>General</c:formatCode>
                <c:ptCount val="11"/>
                <c:pt idx="0">
                  <c:v>4</c:v>
                </c:pt>
                <c:pt idx="1">
                  <c:v>13</c:v>
                </c:pt>
                <c:pt idx="2">
                  <c:v>22</c:v>
                </c:pt>
                <c:pt idx="3">
                  <c:v>31</c:v>
                </c:pt>
                <c:pt idx="4">
                  <c:v>40</c:v>
                </c:pt>
                <c:pt idx="5">
                  <c:v>49</c:v>
                </c:pt>
                <c:pt idx="6">
                  <c:v>58</c:v>
                </c:pt>
                <c:pt idx="7">
                  <c:v>67</c:v>
                </c:pt>
                <c:pt idx="8">
                  <c:v>76</c:v>
                </c:pt>
                <c:pt idx="9">
                  <c:v>85</c:v>
                </c:pt>
                <c:pt idx="10">
                  <c:v>94</c:v>
                </c:pt>
              </c:numCache>
            </c:numRef>
          </c:yVal>
        </c:ser>
        <c:ser>
          <c:idx val="1"/>
          <c:order val="1"/>
          <c:tx>
            <c:v>калиброванные точки</c:v>
          </c:tx>
          <c:spPr>
            <a:ln xmlns:a="http://schemas.openxmlformats.org/drawingml/2006/main" w="19050">
              <a:solidFill>
                <a:srgbClr val="4EA8D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EA8DE"/>
              </a:solidFill>
            </c:spPr>
          </c:marker>
          <c:xVal>
            <c:numRef>
              <c:f>'Chart Data'!$C$2:$C$12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'Chart Data'!$D$2:$D$12</c:f>
              <c:numCache>
                <c:formatCode>General</c:formatCode>
                <c:ptCount val="11"/>
                <c:pt idx="0">
                  <c:v>4.2</c:v>
                </c:pt>
                <c:pt idx="1">
                  <c:v>12.7</c:v>
                </c:pt>
                <c:pt idx="2">
                  <c:v>22.1</c:v>
                </c:pt>
                <c:pt idx="3">
                  <c:v>31.4</c:v>
                </c:pt>
                <c:pt idx="4">
                  <c:v>39.8</c:v>
                </c:pt>
                <c:pt idx="5">
                  <c:v>49.1</c:v>
                </c:pt>
                <c:pt idx="6">
                  <c:v>57.9</c:v>
                </c:pt>
                <c:pt idx="7">
                  <c:v>67.3</c:v>
                </c:pt>
                <c:pt idx="8">
                  <c:v>75.8</c:v>
                </c:pt>
                <c:pt idx="9">
                  <c:v>85.2</c:v>
                </c:pt>
                <c:pt idx="10">
                  <c:v>94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физическая координата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отсчёт прибора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исходный сигнал</c:v>
          </c:tx>
          <c:spPr>
            <a:ln xmlns:a="http://schemas.openxmlformats.org/drawingml/2006/main" w="28575">
              <a:solidFill>
                <a:srgbClr val="4EA8DE"/>
              </a:solidFill>
              <a:prstDash val="solid"/>
            </a:ln>
          </c:spPr>
          <c:marker>
            <c:symbol val="none"/>
          </c:marker>
          <c:xVal>
            <c:numRef>
              <c:f>'Chart Data'!$A$2:$A$46</c:f>
              <c:numCache>
                <c:formatCode>General</c:formatCode>
                <c:ptCount val="45"/>
                <c:pt idx="0">
                  <c:v>400</c:v>
                </c:pt>
                <c:pt idx="1">
                  <c:v>431.8</c:v>
                </c:pt>
                <c:pt idx="2">
                  <c:v>463.6</c:v>
                </c:pt>
                <c:pt idx="3">
                  <c:v>495.5</c:v>
                </c:pt>
                <c:pt idx="4">
                  <c:v>527.3</c:v>
                </c:pt>
                <c:pt idx="5">
                  <c:v>559.1</c:v>
                </c:pt>
                <c:pt idx="6">
                  <c:v>590.9</c:v>
                </c:pt>
                <c:pt idx="7">
                  <c:v>622.7</c:v>
                </c:pt>
                <c:pt idx="8">
                  <c:v>654.5</c:v>
                </c:pt>
                <c:pt idx="9">
                  <c:v>686.4</c:v>
                </c:pt>
                <c:pt idx="10">
                  <c:v>718.2</c:v>
                </c:pt>
                <c:pt idx="11">
                  <c:v>750</c:v>
                </c:pt>
                <c:pt idx="12">
                  <c:v>781.8</c:v>
                </c:pt>
                <c:pt idx="13">
                  <c:v>813.6</c:v>
                </c:pt>
                <c:pt idx="14">
                  <c:v>845.5</c:v>
                </c:pt>
                <c:pt idx="15">
                  <c:v>877.3</c:v>
                </c:pt>
                <c:pt idx="16">
                  <c:v>909.1</c:v>
                </c:pt>
                <c:pt idx="17">
                  <c:v>940.9</c:v>
                </c:pt>
                <c:pt idx="18">
                  <c:v>972.7</c:v>
                </c:pt>
                <c:pt idx="19">
                  <c:v>1004.5</c:v>
                </c:pt>
                <c:pt idx="20">
                  <c:v>1036.4</c:v>
                </c:pt>
                <c:pt idx="21">
                  <c:v>1068.2</c:v>
                </c:pt>
                <c:pt idx="22">
                  <c:v>1100</c:v>
                </c:pt>
                <c:pt idx="23">
                  <c:v>1131.8</c:v>
                </c:pt>
                <c:pt idx="24">
                  <c:v>1163.6</c:v>
                </c:pt>
                <c:pt idx="25">
                  <c:v>1195.5</c:v>
                </c:pt>
                <c:pt idx="26">
                  <c:v>1227.3</c:v>
                </c:pt>
                <c:pt idx="27">
                  <c:v>1259.1</c:v>
                </c:pt>
                <c:pt idx="28">
                  <c:v>1290.9</c:v>
                </c:pt>
                <c:pt idx="29">
                  <c:v>1322.7</c:v>
                </c:pt>
                <c:pt idx="30">
                  <c:v>1354.5</c:v>
                </c:pt>
                <c:pt idx="31">
                  <c:v>1386.4</c:v>
                </c:pt>
                <c:pt idx="32">
                  <c:v>1418.2</c:v>
                </c:pt>
                <c:pt idx="33">
                  <c:v>1450</c:v>
                </c:pt>
                <c:pt idx="34">
                  <c:v>1481.8</c:v>
                </c:pt>
                <c:pt idx="35">
                  <c:v>1513.6</c:v>
                </c:pt>
                <c:pt idx="36">
                  <c:v>1545.5</c:v>
                </c:pt>
                <c:pt idx="37">
                  <c:v>1577.3</c:v>
                </c:pt>
                <c:pt idx="38">
                  <c:v>1609.1</c:v>
                </c:pt>
                <c:pt idx="39">
                  <c:v>1640.9</c:v>
                </c:pt>
                <c:pt idx="40">
                  <c:v>1672.7</c:v>
                </c:pt>
                <c:pt idx="41">
                  <c:v>1704.5</c:v>
                </c:pt>
                <c:pt idx="42">
                  <c:v>1736.4</c:v>
                </c:pt>
                <c:pt idx="43">
                  <c:v>1768.2</c:v>
                </c:pt>
                <c:pt idx="44">
                  <c:v>1800</c:v>
                </c:pt>
              </c:numCache>
            </c:numRef>
          </c:xVal>
          <c:yVal>
            <c:numRef>
              <c:f>'Chart Data'!$B$2:$B$46</c:f>
              <c:numCache>
                <c:formatCode>General</c:formatCode>
                <c:ptCount val="45"/>
                <c:pt idx="0">
                  <c:v>0.254</c:v>
                </c:pt>
                <c:pt idx="1">
                  <c:v>0.282</c:v>
                </c:pt>
                <c:pt idx="2">
                  <c:v>0.224</c:v>
                </c:pt>
                <c:pt idx="3">
                  <c:v>0.282</c:v>
                </c:pt>
                <c:pt idx="4">
                  <c:v>0.273</c:v>
                </c:pt>
                <c:pt idx="5">
                  <c:v>0.242</c:v>
                </c:pt>
                <c:pt idx="6">
                  <c:v>0.337</c:v>
                </c:pt>
                <c:pt idx="7">
                  <c:v>0.399</c:v>
                </c:pt>
                <c:pt idx="8">
                  <c:v>0.632</c:v>
                </c:pt>
                <c:pt idx="9">
                  <c:v>0.954</c:v>
                </c:pt>
                <c:pt idx="10">
                  <c:v>0.967</c:v>
                </c:pt>
                <c:pt idx="11">
                  <c:v>0.807</c:v>
                </c:pt>
                <c:pt idx="12">
                  <c:v>0.559</c:v>
                </c:pt>
                <c:pt idx="13">
                  <c:v>0.357</c:v>
                </c:pt>
                <c:pt idx="14">
                  <c:v>0.405</c:v>
                </c:pt>
                <c:pt idx="15">
                  <c:v>0.459</c:v>
                </c:pt>
                <c:pt idx="16">
                  <c:v>0.58</c:v>
                </c:pt>
                <c:pt idx="17">
                  <c:v>0.859</c:v>
                </c:pt>
                <c:pt idx="18">
                  <c:v>1.055</c:v>
                </c:pt>
                <c:pt idx="19">
                  <c:v>1.275</c:v>
                </c:pt>
                <c:pt idx="20">
                  <c:v>1.415</c:v>
                </c:pt>
                <c:pt idx="21">
                  <c:v>1.298</c:v>
                </c:pt>
                <c:pt idx="22">
                  <c:v>1.161</c:v>
                </c:pt>
                <c:pt idx="23">
                  <c:v>0.93</c:v>
                </c:pt>
                <c:pt idx="24">
                  <c:v>0.662</c:v>
                </c:pt>
                <c:pt idx="25">
                  <c:v>0.568</c:v>
                </c:pt>
                <c:pt idx="26">
                  <c:v>0.451</c:v>
                </c:pt>
                <c:pt idx="27">
                  <c:v>0.413</c:v>
                </c:pt>
                <c:pt idx="28">
                  <c:v>0.524</c:v>
                </c:pt>
                <c:pt idx="29">
                  <c:v>0.611</c:v>
                </c:pt>
                <c:pt idx="30">
                  <c:v>0.865</c:v>
                </c:pt>
                <c:pt idx="31">
                  <c:v>1.143</c:v>
                </c:pt>
                <c:pt idx="32">
                  <c:v>1.2</c:v>
                </c:pt>
                <c:pt idx="33">
                  <c:v>1.168</c:v>
                </c:pt>
                <c:pt idx="34">
                  <c:v>0.94</c:v>
                </c:pt>
                <c:pt idx="35">
                  <c:v>0.668</c:v>
                </c:pt>
                <c:pt idx="36">
                  <c:v>0.583</c:v>
                </c:pt>
                <c:pt idx="37">
                  <c:v>0.477</c:v>
                </c:pt>
                <c:pt idx="38">
                  <c:v>0.452</c:v>
                </c:pt>
                <c:pt idx="39">
                  <c:v>0.507</c:v>
                </c:pt>
                <c:pt idx="40">
                  <c:v>0.453</c:v>
                </c:pt>
                <c:pt idx="41">
                  <c:v>0.491</c:v>
                </c:pt>
                <c:pt idx="42">
                  <c:v>0.523</c:v>
                </c:pt>
                <c:pt idx="43">
                  <c:v>0.473</c:v>
                </c:pt>
                <c:pt idx="44">
                  <c:v>0.539</c:v>
                </c:pt>
              </c:numCache>
            </c:numRef>
          </c:yVal>
        </c:ser>
        <c:ser>
          <c:idx val="1"/>
          <c:order val="1"/>
          <c:tx>
            <c:v>оценка фона</c:v>
          </c:tx>
          <c:spPr>
            <a:ln xmlns:a="http://schemas.openxmlformats.org/drawingml/2006/main" w="28575">
              <a:solidFill>
                <a:srgbClr val="FF7B7B"/>
              </a:solidFill>
              <a:prstDash val="dash"/>
            </a:ln>
          </c:spPr>
          <c:marker>
            <c:symbol val="none"/>
          </c:marker>
          <c:xVal>
            <c:numRef>
              <c:f>'Chart Data'!$C$2:$C$46</c:f>
              <c:numCache>
                <c:formatCode>General</c:formatCode>
                <c:ptCount val="45"/>
                <c:pt idx="0">
                  <c:v>400</c:v>
                </c:pt>
                <c:pt idx="1">
                  <c:v>431.8</c:v>
                </c:pt>
                <c:pt idx="2">
                  <c:v>463.6</c:v>
                </c:pt>
                <c:pt idx="3">
                  <c:v>495.5</c:v>
                </c:pt>
                <c:pt idx="4">
                  <c:v>527.3</c:v>
                </c:pt>
                <c:pt idx="5">
                  <c:v>559.1</c:v>
                </c:pt>
                <c:pt idx="6">
                  <c:v>590.9</c:v>
                </c:pt>
                <c:pt idx="7">
                  <c:v>622.7</c:v>
                </c:pt>
                <c:pt idx="8">
                  <c:v>654.5</c:v>
                </c:pt>
                <c:pt idx="9">
                  <c:v>686.4</c:v>
                </c:pt>
                <c:pt idx="10">
                  <c:v>718.2</c:v>
                </c:pt>
                <c:pt idx="11">
                  <c:v>750</c:v>
                </c:pt>
                <c:pt idx="12">
                  <c:v>781.8</c:v>
                </c:pt>
                <c:pt idx="13">
                  <c:v>813.6</c:v>
                </c:pt>
                <c:pt idx="14">
                  <c:v>845.5</c:v>
                </c:pt>
                <c:pt idx="15">
                  <c:v>877.3</c:v>
                </c:pt>
                <c:pt idx="16">
                  <c:v>909.1</c:v>
                </c:pt>
                <c:pt idx="17">
                  <c:v>940.9</c:v>
                </c:pt>
                <c:pt idx="18">
                  <c:v>972.7</c:v>
                </c:pt>
                <c:pt idx="19">
                  <c:v>1004.5</c:v>
                </c:pt>
                <c:pt idx="20">
                  <c:v>1036.4</c:v>
                </c:pt>
                <c:pt idx="21">
                  <c:v>1068.2</c:v>
                </c:pt>
                <c:pt idx="22">
                  <c:v>1100</c:v>
                </c:pt>
                <c:pt idx="23">
                  <c:v>1131.8</c:v>
                </c:pt>
                <c:pt idx="24">
                  <c:v>1163.6</c:v>
                </c:pt>
                <c:pt idx="25">
                  <c:v>1195.5</c:v>
                </c:pt>
                <c:pt idx="26">
                  <c:v>1227.3</c:v>
                </c:pt>
                <c:pt idx="27">
                  <c:v>1259.1</c:v>
                </c:pt>
                <c:pt idx="28">
                  <c:v>1290.9</c:v>
                </c:pt>
                <c:pt idx="29">
                  <c:v>1322.7</c:v>
                </c:pt>
                <c:pt idx="30">
                  <c:v>1354.5</c:v>
                </c:pt>
                <c:pt idx="31">
                  <c:v>1386.4</c:v>
                </c:pt>
                <c:pt idx="32">
                  <c:v>1418.2</c:v>
                </c:pt>
                <c:pt idx="33">
                  <c:v>1450</c:v>
                </c:pt>
                <c:pt idx="34">
                  <c:v>1481.8</c:v>
                </c:pt>
                <c:pt idx="35">
                  <c:v>1513.6</c:v>
                </c:pt>
                <c:pt idx="36">
                  <c:v>1545.5</c:v>
                </c:pt>
                <c:pt idx="37">
                  <c:v>1577.3</c:v>
                </c:pt>
                <c:pt idx="38">
                  <c:v>1609.1</c:v>
                </c:pt>
                <c:pt idx="39">
                  <c:v>1640.9</c:v>
                </c:pt>
                <c:pt idx="40">
                  <c:v>1672.7</c:v>
                </c:pt>
                <c:pt idx="41">
                  <c:v>1704.5</c:v>
                </c:pt>
                <c:pt idx="42">
                  <c:v>1736.4</c:v>
                </c:pt>
                <c:pt idx="43">
                  <c:v>1768.2</c:v>
                </c:pt>
                <c:pt idx="44">
                  <c:v>1800</c:v>
                </c:pt>
              </c:numCache>
            </c:numRef>
          </c:xVal>
          <c:yVal>
            <c:numRef>
              <c:f>'Chart Data'!$D$2:$D$46</c:f>
              <c:numCache>
                <c:formatCode>General</c:formatCode>
                <c:ptCount val="45"/>
                <c:pt idx="0">
                  <c:v>0.254</c:v>
                </c:pt>
                <c:pt idx="1">
                  <c:v>0.256</c:v>
                </c:pt>
                <c:pt idx="2">
                  <c:v>0.259</c:v>
                </c:pt>
                <c:pt idx="3">
                  <c:v>0.262</c:v>
                </c:pt>
                <c:pt idx="4">
                  <c:v>0.265</c:v>
                </c:pt>
                <c:pt idx="5">
                  <c:v>0.268</c:v>
                </c:pt>
                <c:pt idx="6">
                  <c:v>0.271</c:v>
                </c:pt>
                <c:pt idx="7">
                  <c:v>0.275</c:v>
                </c:pt>
                <c:pt idx="8">
                  <c:v>0.278</c:v>
                </c:pt>
                <c:pt idx="9">
                  <c:v>0.282</c:v>
                </c:pt>
                <c:pt idx="10">
                  <c:v>0.286</c:v>
                </c:pt>
                <c:pt idx="11">
                  <c:v>0.29</c:v>
                </c:pt>
                <c:pt idx="12">
                  <c:v>0.294</c:v>
                </c:pt>
                <c:pt idx="13">
                  <c:v>0.299</c:v>
                </c:pt>
                <c:pt idx="14">
                  <c:v>0.304</c:v>
                </c:pt>
                <c:pt idx="15">
                  <c:v>0.308</c:v>
                </c:pt>
                <c:pt idx="16">
                  <c:v>0.313</c:v>
                </c:pt>
                <c:pt idx="17">
                  <c:v>0.318</c:v>
                </c:pt>
                <c:pt idx="18">
                  <c:v>0.324</c:v>
                </c:pt>
                <c:pt idx="19">
                  <c:v>0.329</c:v>
                </c:pt>
                <c:pt idx="20">
                  <c:v>0.335</c:v>
                </c:pt>
                <c:pt idx="21">
                  <c:v>0.34</c:v>
                </c:pt>
                <c:pt idx="22">
                  <c:v>0.346</c:v>
                </c:pt>
                <c:pt idx="23">
                  <c:v>0.352</c:v>
                </c:pt>
                <c:pt idx="24">
                  <c:v>0.358</c:v>
                </c:pt>
                <c:pt idx="25">
                  <c:v>0.365</c:v>
                </c:pt>
                <c:pt idx="26">
                  <c:v>0.371</c:v>
                </c:pt>
                <c:pt idx="27">
                  <c:v>0.378</c:v>
                </c:pt>
                <c:pt idx="28">
                  <c:v>0.385</c:v>
                </c:pt>
                <c:pt idx="29">
                  <c:v>0.392</c:v>
                </c:pt>
                <c:pt idx="30">
                  <c:v>0.399</c:v>
                </c:pt>
                <c:pt idx="31">
                  <c:v>0.407</c:v>
                </c:pt>
                <c:pt idx="32">
                  <c:v>0.414</c:v>
                </c:pt>
                <c:pt idx="33">
                  <c:v>0.422</c:v>
                </c:pt>
                <c:pt idx="34">
                  <c:v>0.43</c:v>
                </c:pt>
                <c:pt idx="35">
                  <c:v>0.438</c:v>
                </c:pt>
                <c:pt idx="36">
                  <c:v>0.446</c:v>
                </c:pt>
                <c:pt idx="37">
                  <c:v>0.454</c:v>
                </c:pt>
                <c:pt idx="38">
                  <c:v>0.463</c:v>
                </c:pt>
                <c:pt idx="39">
                  <c:v>0.471</c:v>
                </c:pt>
                <c:pt idx="40">
                  <c:v>0.48</c:v>
                </c:pt>
                <c:pt idx="41">
                  <c:v>0.489</c:v>
                </c:pt>
                <c:pt idx="42">
                  <c:v>0.498</c:v>
                </c:pt>
                <c:pt idx="43">
                  <c:v>0.508</c:v>
                </c:pt>
                <c:pt idx="44">
                  <c:v>0.517</c:v>
                </c:pt>
              </c:numCache>
            </c:numRef>
          </c:yVal>
        </c:ser>
        <c:ser>
          <c:idx val="2"/>
          <c:order val="2"/>
          <c:tx>
            <c:v>после вычитания</c:v>
          </c:tx>
          <c:spPr>
            <a:ln xmlns:a="http://schemas.openxmlformats.org/drawingml/2006/main" w="38100">
              <a:solidFill>
                <a:srgbClr val="80ED99"/>
              </a:solidFill>
              <a:prstDash val="solid"/>
            </a:ln>
          </c:spPr>
          <c:marker>
            <c:symbol val="none"/>
          </c:marker>
          <c:xVal>
            <c:numRef>
              <c:f>'Chart Data'!$E$2:$E$46</c:f>
              <c:numCache>
                <c:formatCode>General</c:formatCode>
                <c:ptCount val="45"/>
                <c:pt idx="0">
                  <c:v>400</c:v>
                </c:pt>
                <c:pt idx="1">
                  <c:v>431.8</c:v>
                </c:pt>
                <c:pt idx="2">
                  <c:v>463.6</c:v>
                </c:pt>
                <c:pt idx="3">
                  <c:v>495.5</c:v>
                </c:pt>
                <c:pt idx="4">
                  <c:v>527.3</c:v>
                </c:pt>
                <c:pt idx="5">
                  <c:v>559.1</c:v>
                </c:pt>
                <c:pt idx="6">
                  <c:v>590.9</c:v>
                </c:pt>
                <c:pt idx="7">
                  <c:v>622.7</c:v>
                </c:pt>
                <c:pt idx="8">
                  <c:v>654.5</c:v>
                </c:pt>
                <c:pt idx="9">
                  <c:v>686.4</c:v>
                </c:pt>
                <c:pt idx="10">
                  <c:v>718.2</c:v>
                </c:pt>
                <c:pt idx="11">
                  <c:v>750</c:v>
                </c:pt>
                <c:pt idx="12">
                  <c:v>781.8</c:v>
                </c:pt>
                <c:pt idx="13">
                  <c:v>813.6</c:v>
                </c:pt>
                <c:pt idx="14">
                  <c:v>845.5</c:v>
                </c:pt>
                <c:pt idx="15">
                  <c:v>877.3</c:v>
                </c:pt>
                <c:pt idx="16">
                  <c:v>909.1</c:v>
                </c:pt>
                <c:pt idx="17">
                  <c:v>940.9</c:v>
                </c:pt>
                <c:pt idx="18">
                  <c:v>972.7</c:v>
                </c:pt>
                <c:pt idx="19">
                  <c:v>1004.5</c:v>
                </c:pt>
                <c:pt idx="20">
                  <c:v>1036.4</c:v>
                </c:pt>
                <c:pt idx="21">
                  <c:v>1068.2</c:v>
                </c:pt>
                <c:pt idx="22">
                  <c:v>1100</c:v>
                </c:pt>
                <c:pt idx="23">
                  <c:v>1131.8</c:v>
                </c:pt>
                <c:pt idx="24">
                  <c:v>1163.6</c:v>
                </c:pt>
                <c:pt idx="25">
                  <c:v>1195.5</c:v>
                </c:pt>
                <c:pt idx="26">
                  <c:v>1227.3</c:v>
                </c:pt>
                <c:pt idx="27">
                  <c:v>1259.1</c:v>
                </c:pt>
                <c:pt idx="28">
                  <c:v>1290.9</c:v>
                </c:pt>
                <c:pt idx="29">
                  <c:v>1322.7</c:v>
                </c:pt>
                <c:pt idx="30">
                  <c:v>1354.5</c:v>
                </c:pt>
                <c:pt idx="31">
                  <c:v>1386.4</c:v>
                </c:pt>
                <c:pt idx="32">
                  <c:v>1418.2</c:v>
                </c:pt>
                <c:pt idx="33">
                  <c:v>1450</c:v>
                </c:pt>
                <c:pt idx="34">
                  <c:v>1481.8</c:v>
                </c:pt>
                <c:pt idx="35">
                  <c:v>1513.6</c:v>
                </c:pt>
                <c:pt idx="36">
                  <c:v>1545.5</c:v>
                </c:pt>
                <c:pt idx="37">
                  <c:v>1577.3</c:v>
                </c:pt>
                <c:pt idx="38">
                  <c:v>1609.1</c:v>
                </c:pt>
                <c:pt idx="39">
                  <c:v>1640.9</c:v>
                </c:pt>
                <c:pt idx="40">
                  <c:v>1672.7</c:v>
                </c:pt>
                <c:pt idx="41">
                  <c:v>1704.5</c:v>
                </c:pt>
                <c:pt idx="42">
                  <c:v>1736.4</c:v>
                </c:pt>
                <c:pt idx="43">
                  <c:v>1768.2</c:v>
                </c:pt>
                <c:pt idx="44">
                  <c:v>1800</c:v>
                </c:pt>
              </c:numCache>
            </c:numRef>
          </c:xVal>
          <c:yVal>
            <c:numRef>
              <c:f>'Chart Data'!$F$2:$F$46</c:f>
              <c:numCache>
                <c:formatCode>General</c:formatCode>
                <c:ptCount val="45"/>
                <c:pt idx="0">
                  <c:v>0</c:v>
                </c:pt>
                <c:pt idx="1">
                  <c:v>0.026</c:v>
                </c:pt>
                <c:pt idx="2">
                  <c:v>-0.035</c:v>
                </c:pt>
                <c:pt idx="3">
                  <c:v>0.02</c:v>
                </c:pt>
                <c:pt idx="4">
                  <c:v>0.008</c:v>
                </c:pt>
                <c:pt idx="5">
                  <c:v>-0.025</c:v>
                </c:pt>
                <c:pt idx="6">
                  <c:v>0.066</c:v>
                </c:pt>
                <c:pt idx="7">
                  <c:v>0.124</c:v>
                </c:pt>
                <c:pt idx="8">
                  <c:v>0.354</c:v>
                </c:pt>
                <c:pt idx="9">
                  <c:v>0.672</c:v>
                </c:pt>
                <c:pt idx="10">
                  <c:v>0.68</c:v>
                </c:pt>
                <c:pt idx="11">
                  <c:v>0.517</c:v>
                </c:pt>
                <c:pt idx="12">
                  <c:v>0.264</c:v>
                </c:pt>
                <c:pt idx="13">
                  <c:v>0.058</c:v>
                </c:pt>
                <c:pt idx="14">
                  <c:v>0.101</c:v>
                </c:pt>
                <c:pt idx="15">
                  <c:v>0.15</c:v>
                </c:pt>
                <c:pt idx="16">
                  <c:v>0.266</c:v>
                </c:pt>
                <c:pt idx="17">
                  <c:v>0.54</c:v>
                </c:pt>
                <c:pt idx="18">
                  <c:v>0.731</c:v>
                </c:pt>
                <c:pt idx="19">
                  <c:v>0.946</c:v>
                </c:pt>
                <c:pt idx="20">
                  <c:v>1.081</c:v>
                </c:pt>
                <c:pt idx="21">
                  <c:v>0.957</c:v>
                </c:pt>
                <c:pt idx="22">
                  <c:v>0.815</c:v>
                </c:pt>
                <c:pt idx="23">
                  <c:v>0.578</c:v>
                </c:pt>
                <c:pt idx="24">
                  <c:v>0.303</c:v>
                </c:pt>
                <c:pt idx="25">
                  <c:v>0.204</c:v>
                </c:pt>
                <c:pt idx="26">
                  <c:v>0.08</c:v>
                </c:pt>
                <c:pt idx="27">
                  <c:v>0.034</c:v>
                </c:pt>
                <c:pt idx="28">
                  <c:v>0.139</c:v>
                </c:pt>
                <c:pt idx="29">
                  <c:v>0.219</c:v>
                </c:pt>
                <c:pt idx="30">
                  <c:v>0.466</c:v>
                </c:pt>
                <c:pt idx="31">
                  <c:v>0.737</c:v>
                </c:pt>
                <c:pt idx="32">
                  <c:v>0.786</c:v>
                </c:pt>
                <c:pt idx="33">
                  <c:v>0.746</c:v>
                </c:pt>
                <c:pt idx="34">
                  <c:v>0.511</c:v>
                </c:pt>
                <c:pt idx="35">
                  <c:v>0.23</c:v>
                </c:pt>
                <c:pt idx="36">
                  <c:v>0.137</c:v>
                </c:pt>
                <c:pt idx="37">
                  <c:v>0.023</c:v>
                </c:pt>
                <c:pt idx="38">
                  <c:v>-0.011</c:v>
                </c:pt>
                <c:pt idx="39">
                  <c:v>0.036</c:v>
                </c:pt>
                <c:pt idx="40">
                  <c:v>-0.027</c:v>
                </c:pt>
                <c:pt idx="41">
                  <c:v>0.002</c:v>
                </c:pt>
                <c:pt idx="42">
                  <c:v>0.025</c:v>
                </c:pt>
                <c:pt idx="43">
                  <c:v>-0.035</c:v>
                </c:pt>
                <c:pt idx="44">
                  <c:v>0.022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интенсивность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4"/>
      </c:valAx>
      <c:valAx>
        <c:axId val="48650112"/>
        <c:scaling>
          <c:orientation val="minMax"/>
          <c:max val="1800"/>
          <c:min val="4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координата сигнала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400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истинный фон</c:v>
          </c:tx>
          <c:spPr>
            <a:ln xmlns:a="http://schemas.openxmlformats.org/drawingml/2006/main" w="38100">
              <a:solidFill>
                <a:srgbClr val="80ED99"/>
              </a:solidFill>
              <a:prstDash val="solid"/>
            </a:ln>
          </c:spPr>
          <c:marker>
            <c:symbol val="none"/>
          </c:marker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0.256</c:v>
                </c:pt>
                <c:pt idx="1">
                  <c:v>0.256</c:v>
                </c:pt>
                <c:pt idx="2">
                  <c:v>0.258</c:v>
                </c:pt>
                <c:pt idx="3">
                  <c:v>0.259</c:v>
                </c:pt>
                <c:pt idx="4">
                  <c:v>0.261</c:v>
                </c:pt>
                <c:pt idx="5">
                  <c:v>0.263</c:v>
                </c:pt>
                <c:pt idx="6">
                  <c:v>0.265</c:v>
                </c:pt>
                <c:pt idx="7">
                  <c:v>0.268</c:v>
                </c:pt>
                <c:pt idx="8">
                  <c:v>0.271</c:v>
                </c:pt>
                <c:pt idx="9">
                  <c:v>0.274</c:v>
                </c:pt>
                <c:pt idx="10">
                  <c:v>0.278</c:v>
                </c:pt>
                <c:pt idx="11">
                  <c:v>0.281</c:v>
                </c:pt>
                <c:pt idx="12">
                  <c:v>0.286</c:v>
                </c:pt>
                <c:pt idx="13">
                  <c:v>0.29</c:v>
                </c:pt>
                <c:pt idx="14">
                  <c:v>0.295</c:v>
                </c:pt>
                <c:pt idx="15">
                  <c:v>0.3</c:v>
                </c:pt>
                <c:pt idx="16">
                  <c:v>0.306</c:v>
                </c:pt>
                <c:pt idx="17">
                  <c:v>0.311</c:v>
                </c:pt>
                <c:pt idx="18">
                  <c:v>0.318</c:v>
                </c:pt>
                <c:pt idx="19">
                  <c:v>0.324</c:v>
                </c:pt>
                <c:pt idx="20">
                  <c:v>0.331</c:v>
                </c:pt>
                <c:pt idx="21">
                  <c:v>0.338</c:v>
                </c:pt>
                <c:pt idx="22">
                  <c:v>0.345</c:v>
                </c:pt>
                <c:pt idx="23">
                  <c:v>0.353</c:v>
                </c:pt>
                <c:pt idx="24">
                  <c:v>0.361</c:v>
                </c:pt>
                <c:pt idx="25">
                  <c:v>0.369</c:v>
                </c:pt>
                <c:pt idx="26">
                  <c:v>0.378</c:v>
                </c:pt>
                <c:pt idx="27">
                  <c:v>0.386</c:v>
                </c:pt>
                <c:pt idx="28">
                  <c:v>0.396</c:v>
                </c:pt>
                <c:pt idx="29">
                  <c:v>0.405</c:v>
                </c:pt>
                <c:pt idx="30">
                  <c:v>0.415</c:v>
                </c:pt>
                <c:pt idx="31">
                  <c:v>0.425</c:v>
                </c:pt>
                <c:pt idx="32">
                  <c:v>0.436</c:v>
                </c:pt>
                <c:pt idx="33">
                  <c:v>0.446</c:v>
                </c:pt>
                <c:pt idx="34">
                  <c:v>0.458</c:v>
                </c:pt>
                <c:pt idx="35">
                  <c:v>0.469</c:v>
                </c:pt>
                <c:pt idx="36">
                  <c:v>0.481</c:v>
                </c:pt>
                <c:pt idx="37">
                  <c:v>0.493</c:v>
                </c:pt>
                <c:pt idx="38">
                  <c:v>0.505</c:v>
                </c:pt>
                <c:pt idx="39">
                  <c:v>0.518</c:v>
                </c:pt>
                <c:pt idx="40">
                  <c:v>0.531</c:v>
                </c:pt>
              </c:numCache>
            </c:numRef>
          </c:yVal>
        </c:ser>
        <c:ser>
          <c:idx val="1"/>
          <c:order val="1"/>
          <c:tx>
            <c:v>полином</c:v>
          </c:tx>
          <c:spPr>
            <a:ln xmlns:a="http://schemas.openxmlformats.org/drawingml/2006/main" w="28575">
              <a:solidFill>
                <a:srgbClr val="4EA8DE"/>
              </a:solidFill>
              <a:prstDash val="dash"/>
            </a:ln>
          </c:spPr>
          <c:marker>
            <c:symbol val="none"/>
          </c:marker>
          <c:xVal>
            <c:numRef>
              <c:f>'Chart Data'!$C$2:$C$42</c:f>
              <c:numCache>
                <c:formatCode>General</c:formatCode>
                <c:ptCount val="4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</c:numCache>
            </c:numRef>
          </c:xVal>
          <c:yVal>
            <c:numRef>
              <c:f>'Chart Data'!$D$2:$D$42</c:f>
              <c:numCache>
                <c:formatCode>General</c:formatCode>
                <c:ptCount val="41"/>
                <c:pt idx="0">
                  <c:v>0.256</c:v>
                </c:pt>
                <c:pt idx="1">
                  <c:v>0.261</c:v>
                </c:pt>
                <c:pt idx="2">
                  <c:v>0.267</c:v>
                </c:pt>
                <c:pt idx="3">
                  <c:v>0.273</c:v>
                </c:pt>
                <c:pt idx="4">
                  <c:v>0.279</c:v>
                </c:pt>
                <c:pt idx="5">
                  <c:v>0.285</c:v>
                </c:pt>
                <c:pt idx="6">
                  <c:v>0.29</c:v>
                </c:pt>
                <c:pt idx="7">
                  <c:v>0.295</c:v>
                </c:pt>
                <c:pt idx="8">
                  <c:v>0.3</c:v>
                </c:pt>
                <c:pt idx="9">
                  <c:v>0.304</c:v>
                </c:pt>
                <c:pt idx="10">
                  <c:v>0.307</c:v>
                </c:pt>
                <c:pt idx="11">
                  <c:v>0.31</c:v>
                </c:pt>
                <c:pt idx="12">
                  <c:v>0.313</c:v>
                </c:pt>
                <c:pt idx="13">
                  <c:v>0.315</c:v>
                </c:pt>
                <c:pt idx="14">
                  <c:v>0.317</c:v>
                </c:pt>
                <c:pt idx="15">
                  <c:v>0.318</c:v>
                </c:pt>
                <c:pt idx="16">
                  <c:v>0.319</c:v>
                </c:pt>
                <c:pt idx="17">
                  <c:v>0.321</c:v>
                </c:pt>
                <c:pt idx="18">
                  <c:v>0.322</c:v>
                </c:pt>
                <c:pt idx="19">
                  <c:v>0.323</c:v>
                </c:pt>
                <c:pt idx="20">
                  <c:v>0.325</c:v>
                </c:pt>
                <c:pt idx="21">
                  <c:v>0.327</c:v>
                </c:pt>
                <c:pt idx="22">
                  <c:v>0.33</c:v>
                </c:pt>
                <c:pt idx="23">
                  <c:v>0.334</c:v>
                </c:pt>
                <c:pt idx="24">
                  <c:v>0.338</c:v>
                </c:pt>
                <c:pt idx="25">
                  <c:v>0.343</c:v>
                </c:pt>
                <c:pt idx="26">
                  <c:v>0.35</c:v>
                </c:pt>
                <c:pt idx="27">
                  <c:v>0.357</c:v>
                </c:pt>
                <c:pt idx="28">
                  <c:v>0.366</c:v>
                </c:pt>
                <c:pt idx="29">
                  <c:v>0.375</c:v>
                </c:pt>
                <c:pt idx="30">
                  <c:v>0.386</c:v>
                </c:pt>
                <c:pt idx="31">
                  <c:v>0.398</c:v>
                </c:pt>
                <c:pt idx="32">
                  <c:v>0.411</c:v>
                </c:pt>
                <c:pt idx="33">
                  <c:v>0.425</c:v>
                </c:pt>
                <c:pt idx="34">
                  <c:v>0.44</c:v>
                </c:pt>
                <c:pt idx="35">
                  <c:v>0.456</c:v>
                </c:pt>
                <c:pt idx="36">
                  <c:v>0.472</c:v>
                </c:pt>
                <c:pt idx="37">
                  <c:v>0.489</c:v>
                </c:pt>
                <c:pt idx="38">
                  <c:v>0.507</c:v>
                </c:pt>
                <c:pt idx="39">
                  <c:v>0.524</c:v>
                </c:pt>
                <c:pt idx="40">
                  <c:v>0.542</c:v>
                </c:pt>
              </c:numCache>
            </c:numRef>
          </c:yVal>
        </c:ser>
        <c:ser>
          <c:idx val="2"/>
          <c:order val="2"/>
          <c:tx>
            <c:v>AsLS</c:v>
          </c:tx>
          <c:spPr>
            <a:ln xmlns:a="http://schemas.openxmlformats.org/drawingml/2006/main" w="28575">
              <a:solidFill>
                <a:srgbClr val="C4A7FF"/>
              </a:solidFill>
              <a:prstDash val="solid"/>
            </a:ln>
          </c:spPr>
          <c:marker>
            <c:symbol val="none"/>
          </c:marker>
          <c:xVal>
            <c:numRef>
              <c:f>'Chart Data'!$E$2:$E$42</c:f>
              <c:numCache>
                <c:formatCode>General</c:formatCode>
                <c:ptCount val="4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</c:numCache>
            </c:numRef>
          </c:xVal>
          <c:yVal>
            <c:numRef>
              <c:f>'Chart Data'!$F$2:$F$42</c:f>
              <c:numCache>
                <c:formatCode>General</c:formatCode>
                <c:ptCount val="41"/>
                <c:pt idx="0">
                  <c:v>0.268</c:v>
                </c:pt>
                <c:pt idx="1">
                  <c:v>0.268</c:v>
                </c:pt>
                <c:pt idx="2">
                  <c:v>0.268</c:v>
                </c:pt>
                <c:pt idx="3">
                  <c:v>0.268</c:v>
                </c:pt>
                <c:pt idx="4">
                  <c:v>0.267</c:v>
                </c:pt>
                <c:pt idx="5">
                  <c:v>0.266</c:v>
                </c:pt>
                <c:pt idx="6">
                  <c:v>0.266</c:v>
                </c:pt>
                <c:pt idx="7">
                  <c:v>0.266</c:v>
                </c:pt>
                <c:pt idx="8">
                  <c:v>0.266</c:v>
                </c:pt>
                <c:pt idx="9">
                  <c:v>0.266</c:v>
                </c:pt>
                <c:pt idx="10">
                  <c:v>0.268</c:v>
                </c:pt>
                <c:pt idx="11">
                  <c:v>0.27</c:v>
                </c:pt>
                <c:pt idx="12">
                  <c:v>0.274</c:v>
                </c:pt>
                <c:pt idx="13">
                  <c:v>0.278</c:v>
                </c:pt>
                <c:pt idx="14">
                  <c:v>0.284</c:v>
                </c:pt>
                <c:pt idx="15">
                  <c:v>0.29</c:v>
                </c:pt>
                <c:pt idx="16">
                  <c:v>0.298</c:v>
                </c:pt>
                <c:pt idx="17">
                  <c:v>0.306</c:v>
                </c:pt>
                <c:pt idx="18">
                  <c:v>0.315</c:v>
                </c:pt>
                <c:pt idx="19">
                  <c:v>0.324</c:v>
                </c:pt>
                <c:pt idx="20">
                  <c:v>0.334</c:v>
                </c:pt>
                <c:pt idx="21">
                  <c:v>0.344</c:v>
                </c:pt>
                <c:pt idx="22">
                  <c:v>0.354</c:v>
                </c:pt>
                <c:pt idx="23">
                  <c:v>0.363</c:v>
                </c:pt>
                <c:pt idx="24">
                  <c:v>0.372</c:v>
                </c:pt>
                <c:pt idx="25">
                  <c:v>0.381</c:v>
                </c:pt>
                <c:pt idx="26">
                  <c:v>0.389</c:v>
                </c:pt>
                <c:pt idx="27">
                  <c:v>0.397</c:v>
                </c:pt>
                <c:pt idx="28">
                  <c:v>0.405</c:v>
                </c:pt>
                <c:pt idx="29">
                  <c:v>0.412</c:v>
                </c:pt>
                <c:pt idx="30">
                  <c:v>0.419</c:v>
                </c:pt>
                <c:pt idx="31">
                  <c:v>0.426</c:v>
                </c:pt>
                <c:pt idx="32">
                  <c:v>0.434</c:v>
                </c:pt>
                <c:pt idx="33">
                  <c:v>0.442</c:v>
                </c:pt>
                <c:pt idx="34">
                  <c:v>0.45</c:v>
                </c:pt>
                <c:pt idx="35">
                  <c:v>0.46</c:v>
                </c:pt>
                <c:pt idx="36">
                  <c:v>0.47</c:v>
                </c:pt>
                <c:pt idx="37">
                  <c:v>0.481</c:v>
                </c:pt>
                <c:pt idx="38">
                  <c:v>0.493</c:v>
                </c:pt>
                <c:pt idx="39">
                  <c:v>0.506</c:v>
                </c:pt>
                <c:pt idx="40">
                  <c:v>0.521</c:v>
                </c:pt>
              </c:numCache>
            </c:numRef>
          </c:yVal>
        </c:ser>
        <c:ser>
          <c:idx val="3"/>
          <c:order val="3"/>
          <c:tx>
            <c:v>слишком жёсткая оценка</c:v>
          </c:tx>
          <c:spPr>
            <a:ln xmlns:a="http://schemas.openxmlformats.org/drawingml/2006/main" w="28575">
              <a:solidFill>
                <a:srgbClr val="FF7B7B"/>
              </a:solidFill>
              <a:prstDash val="dot"/>
            </a:ln>
          </c:spPr>
          <c:marker>
            <c:symbol val="none"/>
          </c:marker>
          <c:xVal>
            <c:numRef>
              <c:f>'Chart Data'!$G$2:$G$42</c:f>
              <c:numCache>
                <c:formatCode>General</c:formatCode>
                <c:ptCount val="4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</c:numCache>
            </c:numRef>
          </c:xVal>
          <c:yVal>
            <c:numRef>
              <c:f>'Chart Data'!$H$2:$H$42</c:f>
              <c:numCache>
                <c:formatCode>General</c:formatCode>
                <c:ptCount val="41"/>
                <c:pt idx="0">
                  <c:v>0.176</c:v>
                </c:pt>
                <c:pt idx="1">
                  <c:v>0.176</c:v>
                </c:pt>
                <c:pt idx="2">
                  <c:v>0.177</c:v>
                </c:pt>
                <c:pt idx="3">
                  <c:v>0.179</c:v>
                </c:pt>
                <c:pt idx="4">
                  <c:v>0.181</c:v>
                </c:pt>
                <c:pt idx="5">
                  <c:v>0.183</c:v>
                </c:pt>
                <c:pt idx="6">
                  <c:v>0.185</c:v>
                </c:pt>
                <c:pt idx="7">
                  <c:v>0.188</c:v>
                </c:pt>
                <c:pt idx="8">
                  <c:v>0.191</c:v>
                </c:pt>
                <c:pt idx="9">
                  <c:v>0.194</c:v>
                </c:pt>
                <c:pt idx="10">
                  <c:v>0.198</c:v>
                </c:pt>
                <c:pt idx="11">
                  <c:v>0.201</c:v>
                </c:pt>
                <c:pt idx="12">
                  <c:v>0.206</c:v>
                </c:pt>
                <c:pt idx="13">
                  <c:v>0.21</c:v>
                </c:pt>
                <c:pt idx="14">
                  <c:v>0.215</c:v>
                </c:pt>
                <c:pt idx="15">
                  <c:v>0.22</c:v>
                </c:pt>
                <c:pt idx="16">
                  <c:v>0.226</c:v>
                </c:pt>
                <c:pt idx="17">
                  <c:v>0.231</c:v>
                </c:pt>
                <c:pt idx="18">
                  <c:v>0.237</c:v>
                </c:pt>
                <c:pt idx="19">
                  <c:v>0.244</c:v>
                </c:pt>
                <c:pt idx="20">
                  <c:v>0.251</c:v>
                </c:pt>
                <c:pt idx="21">
                  <c:v>0.258</c:v>
                </c:pt>
                <c:pt idx="22">
                  <c:v>0.265</c:v>
                </c:pt>
                <c:pt idx="23">
                  <c:v>0.273</c:v>
                </c:pt>
                <c:pt idx="24">
                  <c:v>0.281</c:v>
                </c:pt>
                <c:pt idx="25">
                  <c:v>0.289</c:v>
                </c:pt>
                <c:pt idx="26">
                  <c:v>0.297</c:v>
                </c:pt>
                <c:pt idx="27">
                  <c:v>0.306</c:v>
                </c:pt>
                <c:pt idx="28">
                  <c:v>0.316</c:v>
                </c:pt>
                <c:pt idx="29">
                  <c:v>0.325</c:v>
                </c:pt>
                <c:pt idx="30">
                  <c:v>0.335</c:v>
                </c:pt>
                <c:pt idx="31">
                  <c:v>0.345</c:v>
                </c:pt>
                <c:pt idx="32">
                  <c:v>0.356</c:v>
                </c:pt>
                <c:pt idx="33">
                  <c:v>0.366</c:v>
                </c:pt>
                <c:pt idx="34">
                  <c:v>0.378</c:v>
                </c:pt>
                <c:pt idx="35">
                  <c:v>0.389</c:v>
                </c:pt>
                <c:pt idx="36">
                  <c:v>0.401</c:v>
                </c:pt>
                <c:pt idx="37">
                  <c:v>0.413</c:v>
                </c:pt>
                <c:pt idx="38">
                  <c:v>0.425</c:v>
                </c:pt>
                <c:pt idx="39">
                  <c:v>0.438</c:v>
                </c:pt>
                <c:pt idx="40">
                  <c:v>0.451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фон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координата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измерение</c:v>
          </c:tx>
          <c:spPr>
            <a:ln xmlns:a="http://schemas.openxmlformats.org/drawingml/2006/main" w="9525">
              <a:solidFill>
                <a:srgbClr val="607A92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607A92"/>
              </a:solidFill>
            </c:spPr>
          </c:marker>
          <c:xVal>
            <c:numRef>
              <c:f>'Chart Data'!$A$2:$A$42</c:f>
              <c:numCache>
                <c:formatCode>General</c:formatCode>
                <c:ptCount val="41"/>
                <c:pt idx="0">
                  <c:v>-5</c:v>
                </c:pt>
                <c:pt idx="1">
                  <c:v>-4.75</c:v>
                </c:pt>
                <c:pt idx="2">
                  <c:v>-4.5</c:v>
                </c:pt>
                <c:pt idx="3">
                  <c:v>-4.25</c:v>
                </c:pt>
                <c:pt idx="4">
                  <c:v>-4</c:v>
                </c:pt>
                <c:pt idx="5">
                  <c:v>-3.75</c:v>
                </c:pt>
                <c:pt idx="6">
                  <c:v>-3.5</c:v>
                </c:pt>
                <c:pt idx="7">
                  <c:v>-3.25</c:v>
                </c:pt>
                <c:pt idx="8">
                  <c:v>-3</c:v>
                </c:pt>
                <c:pt idx="9">
                  <c:v>-2.75</c:v>
                </c:pt>
                <c:pt idx="10">
                  <c:v>-2.5</c:v>
                </c:pt>
                <c:pt idx="11">
                  <c:v>-2.25</c:v>
                </c:pt>
                <c:pt idx="12">
                  <c:v>-2</c:v>
                </c:pt>
                <c:pt idx="13">
                  <c:v>-1.75</c:v>
                </c:pt>
                <c:pt idx="14">
                  <c:v>-1.5</c:v>
                </c:pt>
                <c:pt idx="15">
                  <c:v>-1.25</c:v>
                </c:pt>
                <c:pt idx="16">
                  <c:v>-1</c:v>
                </c:pt>
                <c:pt idx="17">
                  <c:v>-0.75</c:v>
                </c:pt>
                <c:pt idx="18">
                  <c:v>-0.5</c:v>
                </c:pt>
                <c:pt idx="19">
                  <c:v>-0.25</c:v>
                </c:pt>
                <c:pt idx="20">
                  <c:v>0</c:v>
                </c:pt>
                <c:pt idx="21">
                  <c:v>0.25</c:v>
                </c:pt>
                <c:pt idx="22">
                  <c:v>0.5</c:v>
                </c:pt>
                <c:pt idx="23">
                  <c:v>0.75</c:v>
                </c:pt>
                <c:pt idx="24">
                  <c:v>1</c:v>
                </c:pt>
                <c:pt idx="25">
                  <c:v>1.25</c:v>
                </c:pt>
                <c:pt idx="26">
                  <c:v>1.5</c:v>
                </c:pt>
                <c:pt idx="27">
                  <c:v>1.75</c:v>
                </c:pt>
                <c:pt idx="28">
                  <c:v>2</c:v>
                </c:pt>
                <c:pt idx="29">
                  <c:v>2.25</c:v>
                </c:pt>
                <c:pt idx="30">
                  <c:v>2.5</c:v>
                </c:pt>
                <c:pt idx="31">
                  <c:v>2.75</c:v>
                </c:pt>
                <c:pt idx="32">
                  <c:v>3</c:v>
                </c:pt>
                <c:pt idx="33">
                  <c:v>3.25</c:v>
                </c:pt>
                <c:pt idx="34">
                  <c:v>3.5</c:v>
                </c:pt>
                <c:pt idx="35">
                  <c:v>3.75</c:v>
                </c:pt>
                <c:pt idx="36">
                  <c:v>4</c:v>
                </c:pt>
                <c:pt idx="37">
                  <c:v>4.25</c:v>
                </c:pt>
                <c:pt idx="38">
                  <c:v>4.5</c:v>
                </c:pt>
                <c:pt idx="39">
                  <c:v>4.75</c:v>
                </c:pt>
                <c:pt idx="40">
                  <c:v>5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0.035</c:v>
                </c:pt>
                <c:pt idx="1">
                  <c:v>0.064</c:v>
                </c:pt>
                <c:pt idx="2">
                  <c:v>-0.102</c:v>
                </c:pt>
                <c:pt idx="3">
                  <c:v>0.035</c:v>
                </c:pt>
                <c:pt idx="4">
                  <c:v>0.075</c:v>
                </c:pt>
                <c:pt idx="5">
                  <c:v>-0.108</c:v>
                </c:pt>
                <c:pt idx="6">
                  <c:v>0.034</c:v>
                </c:pt>
                <c:pt idx="7">
                  <c:v>0.093</c:v>
                </c:pt>
                <c:pt idx="8">
                  <c:v>-0.098</c:v>
                </c:pt>
                <c:pt idx="9">
                  <c:v>0.056</c:v>
                </c:pt>
                <c:pt idx="10">
                  <c:v>0.153</c:v>
                </c:pt>
                <c:pt idx="11">
                  <c:v>-0.014</c:v>
                </c:pt>
                <c:pt idx="12">
                  <c:v>0.177</c:v>
                </c:pt>
                <c:pt idx="13">
                  <c:v>0.352</c:v>
                </c:pt>
                <c:pt idx="14">
                  <c:v>0.249</c:v>
                </c:pt>
                <c:pt idx="15">
                  <c:v>0.496</c:v>
                </c:pt>
                <c:pt idx="16">
                  <c:v>0.742</c:v>
                </c:pt>
                <c:pt idx="17">
                  <c:v>0.67</c:v>
                </c:pt>
                <c:pt idx="18">
                  <c:v>0.887</c:v>
                </c:pt>
                <c:pt idx="19">
                  <c:v>1.08</c:v>
                </c:pt>
                <c:pt idx="20">
                  <c:v>0.904</c:v>
                </c:pt>
                <c:pt idx="21">
                  <c:v>0.958</c:v>
                </c:pt>
                <c:pt idx="22">
                  <c:v>0.997</c:v>
                </c:pt>
                <c:pt idx="23">
                  <c:v>0.69</c:v>
                </c:pt>
                <c:pt idx="24">
                  <c:v>0.616</c:v>
                </c:pt>
                <c:pt idx="25">
                  <c:v>0.59</c:v>
                </c:pt>
                <c:pt idx="26">
                  <c:v>0.286</c:v>
                </c:pt>
                <c:pt idx="27">
                  <c:v>0.228</c:v>
                </c:pt>
                <c:pt idx="28">
                  <c:v>0.251</c:v>
                </c:pt>
                <c:pt idx="29">
                  <c:v>0.036</c:v>
                </c:pt>
                <c:pt idx="30">
                  <c:v>0.039</c:v>
                </c:pt>
                <c:pt idx="31">
                  <c:v>0.109</c:v>
                </c:pt>
                <c:pt idx="32">
                  <c:v>-0.04</c:v>
                </c:pt>
                <c:pt idx="33">
                  <c:v>-0.005</c:v>
                </c:pt>
                <c:pt idx="34">
                  <c:v>0.068</c:v>
                </c:pt>
                <c:pt idx="35">
                  <c:v>-0.05</c:v>
                </c:pt>
                <c:pt idx="36">
                  <c:v>-0.004</c:v>
                </c:pt>
                <c:pt idx="37">
                  <c:v>0.052</c:v>
                </c:pt>
                <c:pt idx="38">
                  <c:v>-0.051</c:v>
                </c:pt>
                <c:pt idx="39">
                  <c:v>0.007</c:v>
                </c:pt>
                <c:pt idx="40">
                  <c:v>0.041</c:v>
                </c:pt>
              </c:numCache>
            </c:numRef>
          </c:yVal>
        </c:ser>
        <c:ser>
          <c:idx val="1"/>
          <c:order val="1"/>
          <c:tx>
            <c:v>умеренное сглаживание</c:v>
          </c:tx>
          <c:spPr>
            <a:ln xmlns:a="http://schemas.openxmlformats.org/drawingml/2006/main" w="38100">
              <a:solidFill>
                <a:srgbClr val="80ED99"/>
              </a:solidFill>
              <a:prstDash val="solid"/>
            </a:ln>
          </c:spPr>
          <c:marker>
            <c:symbol val="none"/>
          </c:marker>
          <c:xVal>
            <c:numRef>
              <c:f>'Chart Data'!$C$2:$C$42</c:f>
              <c:numCache>
                <c:formatCode>General</c:formatCode>
                <c:ptCount val="41"/>
                <c:pt idx="0">
                  <c:v>-5</c:v>
                </c:pt>
                <c:pt idx="1">
                  <c:v>-4.75</c:v>
                </c:pt>
                <c:pt idx="2">
                  <c:v>-4.5</c:v>
                </c:pt>
                <c:pt idx="3">
                  <c:v>-4.25</c:v>
                </c:pt>
                <c:pt idx="4">
                  <c:v>-4</c:v>
                </c:pt>
                <c:pt idx="5">
                  <c:v>-3.75</c:v>
                </c:pt>
                <c:pt idx="6">
                  <c:v>-3.5</c:v>
                </c:pt>
                <c:pt idx="7">
                  <c:v>-3.25</c:v>
                </c:pt>
                <c:pt idx="8">
                  <c:v>-3</c:v>
                </c:pt>
                <c:pt idx="9">
                  <c:v>-2.75</c:v>
                </c:pt>
                <c:pt idx="10">
                  <c:v>-2.5</c:v>
                </c:pt>
                <c:pt idx="11">
                  <c:v>-2.25</c:v>
                </c:pt>
                <c:pt idx="12">
                  <c:v>-2</c:v>
                </c:pt>
                <c:pt idx="13">
                  <c:v>-1.75</c:v>
                </c:pt>
                <c:pt idx="14">
                  <c:v>-1.5</c:v>
                </c:pt>
                <c:pt idx="15">
                  <c:v>-1.25</c:v>
                </c:pt>
                <c:pt idx="16">
                  <c:v>-1</c:v>
                </c:pt>
                <c:pt idx="17">
                  <c:v>-0.75</c:v>
                </c:pt>
                <c:pt idx="18">
                  <c:v>-0.5</c:v>
                </c:pt>
                <c:pt idx="19">
                  <c:v>-0.25</c:v>
                </c:pt>
                <c:pt idx="20">
                  <c:v>0</c:v>
                </c:pt>
                <c:pt idx="21">
                  <c:v>0.25</c:v>
                </c:pt>
                <c:pt idx="22">
                  <c:v>0.5</c:v>
                </c:pt>
                <c:pt idx="23">
                  <c:v>0.75</c:v>
                </c:pt>
                <c:pt idx="24">
                  <c:v>1</c:v>
                </c:pt>
                <c:pt idx="25">
                  <c:v>1.25</c:v>
                </c:pt>
                <c:pt idx="26">
                  <c:v>1.5</c:v>
                </c:pt>
                <c:pt idx="27">
                  <c:v>1.75</c:v>
                </c:pt>
                <c:pt idx="28">
                  <c:v>2</c:v>
                </c:pt>
                <c:pt idx="29">
                  <c:v>2.25</c:v>
                </c:pt>
                <c:pt idx="30">
                  <c:v>2.5</c:v>
                </c:pt>
                <c:pt idx="31">
                  <c:v>2.75</c:v>
                </c:pt>
                <c:pt idx="32">
                  <c:v>3</c:v>
                </c:pt>
                <c:pt idx="33">
                  <c:v>3.25</c:v>
                </c:pt>
                <c:pt idx="34">
                  <c:v>3.5</c:v>
                </c:pt>
                <c:pt idx="35">
                  <c:v>3.75</c:v>
                </c:pt>
                <c:pt idx="36">
                  <c:v>4</c:v>
                </c:pt>
                <c:pt idx="37">
                  <c:v>4.25</c:v>
                </c:pt>
                <c:pt idx="38">
                  <c:v>4.5</c:v>
                </c:pt>
                <c:pt idx="39">
                  <c:v>4.75</c:v>
                </c:pt>
                <c:pt idx="40">
                  <c:v>5</c:v>
                </c:pt>
              </c:numCache>
            </c:numRef>
          </c:xVal>
          <c:yVal>
            <c:numRef>
              <c:f>'Chart Data'!$D$2:$D$42</c:f>
              <c:numCache>
                <c:formatCode>General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0.001</c:v>
                </c:pt>
                <c:pt idx="5">
                  <c:v>0.002</c:v>
                </c:pt>
                <c:pt idx="6">
                  <c:v>0.005</c:v>
                </c:pt>
                <c:pt idx="7">
                  <c:v>0.011</c:v>
                </c:pt>
                <c:pt idx="8">
                  <c:v>0.021</c:v>
                </c:pt>
                <c:pt idx="9">
                  <c:v>0.038</c:v>
                </c:pt>
                <c:pt idx="10">
                  <c:v>0.067</c:v>
                </c:pt>
                <c:pt idx="11">
                  <c:v>0.112</c:v>
                </c:pt>
                <c:pt idx="12">
                  <c:v>0.176</c:v>
                </c:pt>
                <c:pt idx="13">
                  <c:v>0.264</c:v>
                </c:pt>
                <c:pt idx="14">
                  <c:v>0.374</c:v>
                </c:pt>
                <c:pt idx="15">
                  <c:v>0.502</c:v>
                </c:pt>
                <c:pt idx="16">
                  <c:v>0.638</c:v>
                </c:pt>
                <c:pt idx="17">
                  <c:v>0.77</c:v>
                </c:pt>
                <c:pt idx="18">
                  <c:v>0.88</c:v>
                </c:pt>
                <c:pt idx="19">
                  <c:v>0.954</c:v>
                </c:pt>
                <c:pt idx="20">
                  <c:v>0.98</c:v>
                </c:pt>
                <c:pt idx="21">
                  <c:v>0.954</c:v>
                </c:pt>
                <c:pt idx="22">
                  <c:v>0.88</c:v>
                </c:pt>
                <c:pt idx="23">
                  <c:v>0.77</c:v>
                </c:pt>
                <c:pt idx="24">
                  <c:v>0.638</c:v>
                </c:pt>
                <c:pt idx="25">
                  <c:v>0.502</c:v>
                </c:pt>
                <c:pt idx="26">
                  <c:v>0.374</c:v>
                </c:pt>
                <c:pt idx="27">
                  <c:v>0.264</c:v>
                </c:pt>
                <c:pt idx="28">
                  <c:v>0.176</c:v>
                </c:pt>
                <c:pt idx="29">
                  <c:v>0.112</c:v>
                </c:pt>
                <c:pt idx="30">
                  <c:v>0.067</c:v>
                </c:pt>
                <c:pt idx="31">
                  <c:v>0.038</c:v>
                </c:pt>
                <c:pt idx="32">
                  <c:v>0.021</c:v>
                </c:pt>
                <c:pt idx="33">
                  <c:v>0.011</c:v>
                </c:pt>
                <c:pt idx="34">
                  <c:v>0.005</c:v>
                </c:pt>
                <c:pt idx="35">
                  <c:v>0.002</c:v>
                </c:pt>
                <c:pt idx="36">
                  <c:v>0.001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</c:numCache>
            </c:numRef>
          </c:yVal>
        </c:ser>
        <c:ser>
          <c:idx val="2"/>
          <c:order val="2"/>
          <c:tx>
            <c:v>слишком широкое окно</c:v>
          </c:tx>
          <c:spPr>
            <a:ln xmlns:a="http://schemas.openxmlformats.org/drawingml/2006/main" w="38100">
              <a:solidFill>
                <a:srgbClr val="FF7B7B"/>
              </a:solidFill>
              <a:prstDash val="solid"/>
            </a:ln>
          </c:spPr>
          <c:marker>
            <c:symbol val="none"/>
          </c:marker>
          <c:xVal>
            <c:numRef>
              <c:f>'Chart Data'!$E$2:$E$42</c:f>
              <c:numCache>
                <c:formatCode>General</c:formatCode>
                <c:ptCount val="41"/>
                <c:pt idx="0">
                  <c:v>-5</c:v>
                </c:pt>
                <c:pt idx="1">
                  <c:v>-4.75</c:v>
                </c:pt>
                <c:pt idx="2">
                  <c:v>-4.5</c:v>
                </c:pt>
                <c:pt idx="3">
                  <c:v>-4.25</c:v>
                </c:pt>
                <c:pt idx="4">
                  <c:v>-4</c:v>
                </c:pt>
                <c:pt idx="5">
                  <c:v>-3.75</c:v>
                </c:pt>
                <c:pt idx="6">
                  <c:v>-3.5</c:v>
                </c:pt>
                <c:pt idx="7">
                  <c:v>-3.25</c:v>
                </c:pt>
                <c:pt idx="8">
                  <c:v>-3</c:v>
                </c:pt>
                <c:pt idx="9">
                  <c:v>-2.75</c:v>
                </c:pt>
                <c:pt idx="10">
                  <c:v>-2.5</c:v>
                </c:pt>
                <c:pt idx="11">
                  <c:v>-2.25</c:v>
                </c:pt>
                <c:pt idx="12">
                  <c:v>-2</c:v>
                </c:pt>
                <c:pt idx="13">
                  <c:v>-1.75</c:v>
                </c:pt>
                <c:pt idx="14">
                  <c:v>-1.5</c:v>
                </c:pt>
                <c:pt idx="15">
                  <c:v>-1.25</c:v>
                </c:pt>
                <c:pt idx="16">
                  <c:v>-1</c:v>
                </c:pt>
                <c:pt idx="17">
                  <c:v>-0.75</c:v>
                </c:pt>
                <c:pt idx="18">
                  <c:v>-0.5</c:v>
                </c:pt>
                <c:pt idx="19">
                  <c:v>-0.25</c:v>
                </c:pt>
                <c:pt idx="20">
                  <c:v>0</c:v>
                </c:pt>
                <c:pt idx="21">
                  <c:v>0.25</c:v>
                </c:pt>
                <c:pt idx="22">
                  <c:v>0.5</c:v>
                </c:pt>
                <c:pt idx="23">
                  <c:v>0.75</c:v>
                </c:pt>
                <c:pt idx="24">
                  <c:v>1</c:v>
                </c:pt>
                <c:pt idx="25">
                  <c:v>1.25</c:v>
                </c:pt>
                <c:pt idx="26">
                  <c:v>1.5</c:v>
                </c:pt>
                <c:pt idx="27">
                  <c:v>1.75</c:v>
                </c:pt>
                <c:pt idx="28">
                  <c:v>2</c:v>
                </c:pt>
                <c:pt idx="29">
                  <c:v>2.25</c:v>
                </c:pt>
                <c:pt idx="30">
                  <c:v>2.5</c:v>
                </c:pt>
                <c:pt idx="31">
                  <c:v>2.75</c:v>
                </c:pt>
                <c:pt idx="32">
                  <c:v>3</c:v>
                </c:pt>
                <c:pt idx="33">
                  <c:v>3.25</c:v>
                </c:pt>
                <c:pt idx="34">
                  <c:v>3.5</c:v>
                </c:pt>
                <c:pt idx="35">
                  <c:v>3.75</c:v>
                </c:pt>
                <c:pt idx="36">
                  <c:v>4</c:v>
                </c:pt>
                <c:pt idx="37">
                  <c:v>4.25</c:v>
                </c:pt>
                <c:pt idx="38">
                  <c:v>4.5</c:v>
                </c:pt>
                <c:pt idx="39">
                  <c:v>4.75</c:v>
                </c:pt>
                <c:pt idx="40">
                  <c:v>5</c:v>
                </c:pt>
              </c:numCache>
            </c:numRef>
          </c:xVal>
          <c:yVal>
            <c:numRef>
              <c:f>'Chart Data'!$F$2:$F$42</c:f>
              <c:numCache>
                <c:formatCode>General</c:formatCode>
                <c:ptCount val="41"/>
                <c:pt idx="0">
                  <c:v>0.005</c:v>
                </c:pt>
                <c:pt idx="1">
                  <c:v>0.007</c:v>
                </c:pt>
                <c:pt idx="2">
                  <c:v>0.012</c:v>
                </c:pt>
                <c:pt idx="3">
                  <c:v>0.019</c:v>
                </c:pt>
                <c:pt idx="4">
                  <c:v>0.029</c:v>
                </c:pt>
                <c:pt idx="5">
                  <c:v>0.044</c:v>
                </c:pt>
                <c:pt idx="6">
                  <c:v>0.064</c:v>
                </c:pt>
                <c:pt idx="7">
                  <c:v>0.091</c:v>
                </c:pt>
                <c:pt idx="8">
                  <c:v>0.126</c:v>
                </c:pt>
                <c:pt idx="9">
                  <c:v>0.17</c:v>
                </c:pt>
                <c:pt idx="10">
                  <c:v>0.223</c:v>
                </c:pt>
                <c:pt idx="11">
                  <c:v>0.286</c:v>
                </c:pt>
                <c:pt idx="12">
                  <c:v>0.357</c:v>
                </c:pt>
                <c:pt idx="13">
                  <c:v>0.434</c:v>
                </c:pt>
                <c:pt idx="14">
                  <c:v>0.513</c:v>
                </c:pt>
                <c:pt idx="15">
                  <c:v>0.592</c:v>
                </c:pt>
                <c:pt idx="16">
                  <c:v>0.666</c:v>
                </c:pt>
                <c:pt idx="17">
                  <c:v>0.729</c:v>
                </c:pt>
                <c:pt idx="18">
                  <c:v>0.778</c:v>
                </c:pt>
                <c:pt idx="19">
                  <c:v>0.809</c:v>
                </c:pt>
                <c:pt idx="20">
                  <c:v>0.82</c:v>
                </c:pt>
                <c:pt idx="21">
                  <c:v>0.809</c:v>
                </c:pt>
                <c:pt idx="22">
                  <c:v>0.778</c:v>
                </c:pt>
                <c:pt idx="23">
                  <c:v>0.729</c:v>
                </c:pt>
                <c:pt idx="24">
                  <c:v>0.666</c:v>
                </c:pt>
                <c:pt idx="25">
                  <c:v>0.592</c:v>
                </c:pt>
                <c:pt idx="26">
                  <c:v>0.513</c:v>
                </c:pt>
                <c:pt idx="27">
                  <c:v>0.434</c:v>
                </c:pt>
                <c:pt idx="28">
                  <c:v>0.357</c:v>
                </c:pt>
                <c:pt idx="29">
                  <c:v>0.286</c:v>
                </c:pt>
                <c:pt idx="30">
                  <c:v>0.223</c:v>
                </c:pt>
                <c:pt idx="31">
                  <c:v>0.17</c:v>
                </c:pt>
                <c:pt idx="32">
                  <c:v>0.126</c:v>
                </c:pt>
                <c:pt idx="33">
                  <c:v>0.091</c:v>
                </c:pt>
                <c:pt idx="34">
                  <c:v>0.064</c:v>
                </c:pt>
                <c:pt idx="35">
                  <c:v>0.044</c:v>
                </c:pt>
                <c:pt idx="36">
                  <c:v>0.029</c:v>
                </c:pt>
                <c:pt idx="37">
                  <c:v>0.019</c:v>
                </c:pt>
                <c:pt idx="38">
                  <c:v>0.012</c:v>
                </c:pt>
                <c:pt idx="39">
                  <c:v>0.007</c:v>
                </c:pt>
                <c:pt idx="40">
                  <c:v>0.005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5"/>
          <c:min val="-0.15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интенсивность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5"/>
          <c:min val="-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координата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ошибка площади, %</c:v>
          </c:tx>
          <c:spPr>
            <a:ln xmlns:a="http://schemas.openxmlformats.org/drawingml/2006/main" w="28575">
              <a:solidFill>
                <a:srgbClr val="4EA8D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EA8DE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5</c:v>
                </c:pt>
                <c:pt idx="1">
                  <c:v>7</c:v>
                </c:pt>
                <c:pt idx="2">
                  <c:v>9</c:v>
                </c:pt>
                <c:pt idx="3">
                  <c:v>11</c:v>
                </c:pt>
                <c:pt idx="4">
                  <c:v>15</c:v>
                </c:pt>
                <c:pt idx="5">
                  <c:v>21</c:v>
                </c:pt>
                <c:pt idx="6">
                  <c:v>31</c:v>
                </c:pt>
              </c:numCache>
            </c:numRef>
          </c:xVal>
          <c:yVal>
            <c:numRef>
              <c:f>'Chart Data'!$B$2:$B$8</c:f>
              <c:numCache>
                <c:formatCode>General</c:formatCode>
                <c:ptCount val="7"/>
                <c:pt idx="0">
                  <c:v>2.8</c:v>
                </c:pt>
                <c:pt idx="1">
                  <c:v>1.7</c:v>
                </c:pt>
                <c:pt idx="2">
                  <c:v>1</c:v>
                </c:pt>
                <c:pt idx="3">
                  <c:v>0.8</c:v>
                </c:pt>
                <c:pt idx="4">
                  <c:v>1.5</c:v>
                </c:pt>
                <c:pt idx="5">
                  <c:v>4.1</c:v>
                </c:pt>
                <c:pt idx="6">
                  <c:v>9.6</c:v>
                </c:pt>
              </c:numCache>
            </c:numRef>
          </c:yVal>
        </c:ser>
        <c:ser>
          <c:idx val="1"/>
          <c:order val="1"/>
          <c:tx>
            <c:v>ошибка FWHM, %</c:v>
          </c:tx>
          <c:spPr>
            <a:ln xmlns:a="http://schemas.openxmlformats.org/drawingml/2006/main" w="28575">
              <a:solidFill>
                <a:srgbClr val="FF7B7B"/>
              </a:solidFill>
              <a:prstDash val="solid"/>
            </a:ln>
          </c:spPr>
          <c:marker>
            <c:symbol val="diamond"/>
            <c:size val="7"/>
            <c:spPr>
              <a:solidFill xmlns:a="http://schemas.openxmlformats.org/drawingml/2006/main">
                <a:srgbClr val="FF7B7B"/>
              </a:solidFill>
            </c:spPr>
          </c:marker>
          <c:xVal>
            <c:numRef>
              <c:f>'Chart Data'!$C$2:$C$8</c:f>
              <c:numCache>
                <c:formatCode>General</c:formatCode>
                <c:ptCount val="7"/>
                <c:pt idx="0">
                  <c:v>5</c:v>
                </c:pt>
                <c:pt idx="1">
                  <c:v>7</c:v>
                </c:pt>
                <c:pt idx="2">
                  <c:v>9</c:v>
                </c:pt>
                <c:pt idx="3">
                  <c:v>11</c:v>
                </c:pt>
                <c:pt idx="4">
                  <c:v>15</c:v>
                </c:pt>
                <c:pt idx="5">
                  <c:v>21</c:v>
                </c:pt>
                <c:pt idx="6">
                  <c:v>31</c:v>
                </c:pt>
              </c:numCache>
            </c:numRef>
          </c:xVal>
          <c:yVal>
            <c:numRef>
              <c:f>'Chart Data'!$D$2:$D$8</c:f>
              <c:numCache>
                <c:formatCode>General</c:formatCode>
                <c:ptCount val="7"/>
                <c:pt idx="0">
                  <c:v>3.4</c:v>
                </c:pt>
                <c:pt idx="1">
                  <c:v>2.1</c:v>
                </c:pt>
                <c:pt idx="2">
                  <c:v>1.2</c:v>
                </c:pt>
                <c:pt idx="3">
                  <c:v>1</c:v>
                </c:pt>
                <c:pt idx="4">
                  <c:v>2.3</c:v>
                </c:pt>
                <c:pt idx="5">
                  <c:v>6.8</c:v>
                </c:pt>
                <c:pt idx="6">
                  <c:v>14.2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абсолютная ошибка,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4"/>
      </c:valAx>
      <c:valAx>
        <c:axId val="48650112"/>
        <c:scaling>
          <c:orientation val="minMax"/>
          <c:max val="32"/>
          <c:min val="4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длина окна, точек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4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позиция</c:v>
          </c:tx>
          <c:spPr>
            <a:solidFill xmlns:a="http://schemas.openxmlformats.org/drawingml/2006/main">
              <a:srgbClr val="4EA8DE"/>
            </a:solidFill>
          </c:spPr>
          <c:cat>
            <c:strRef>
              <c:f>'Chart Data'!$A$2:$A$5</c:f>
              <c:strCache>
                <c:ptCount val="4"/>
                <c:pt idx="0">
                  <c:v>сырой</c:v>
                </c:pt>
                <c:pt idx="1">
                  <c:v>фон</c:v>
                </c:pt>
                <c:pt idx="2">
                  <c:v>фон + SG</c:v>
                </c:pt>
                <c:pt idx="3">
                  <c:v>агрессивный SG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1000</c:v>
                </c:pt>
                <c:pt idx="1">
                  <c:v>1000.2</c:v>
                </c:pt>
                <c:pt idx="2">
                  <c:v>1000.1</c:v>
                </c:pt>
                <c:pt idx="3">
                  <c:v>1001.4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F4F7F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3"/>
          <c:min val="998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позиция максимума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сигнал</c:v>
          </c:tx>
          <c:spPr>
            <a:ln xmlns:a="http://schemas.openxmlformats.org/drawingml/2006/main" w="28575">
              <a:solidFill>
                <a:srgbClr val="4EA8DE"/>
              </a:solidFill>
              <a:prstDash val="solid"/>
            </a:ln>
          </c:spPr>
          <c:marker>
            <c:symbol val="none"/>
          </c:marker>
          <c:xVal>
            <c:numRef>
              <c:f>'Chart Data'!$A$2:$A$52</c:f>
              <c:numCache>
                <c:formatCode>General</c:formatCode>
                <c:ptCount val="5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</c:numCache>
            </c:numRef>
          </c:xVal>
          <c:yVal>
            <c:numRef>
              <c:f>'Chart Data'!$B$2:$B$52</c:f>
              <c:numCache>
                <c:formatCode>General</c:formatCode>
                <c:ptCount val="51"/>
                <c:pt idx="0">
                  <c:v>0.12</c:v>
                </c:pt>
                <c:pt idx="1">
                  <c:v>0.177</c:v>
                </c:pt>
                <c:pt idx="2">
                  <c:v>0.083</c:v>
                </c:pt>
                <c:pt idx="3">
                  <c:v>0.087</c:v>
                </c:pt>
                <c:pt idx="4">
                  <c:v>0.178</c:v>
                </c:pt>
                <c:pt idx="5">
                  <c:v>0.116</c:v>
                </c:pt>
                <c:pt idx="6">
                  <c:v>0.068</c:v>
                </c:pt>
                <c:pt idx="7">
                  <c:v>0.173</c:v>
                </c:pt>
                <c:pt idx="8">
                  <c:v>0.193</c:v>
                </c:pt>
                <c:pt idx="9">
                  <c:v>0.18</c:v>
                </c:pt>
                <c:pt idx="10">
                  <c:v>0.381</c:v>
                </c:pt>
                <c:pt idx="11">
                  <c:v>0.588</c:v>
                </c:pt>
                <c:pt idx="12">
                  <c:v>0.61</c:v>
                </c:pt>
                <c:pt idx="13">
                  <c:v>0.629</c:v>
                </c:pt>
                <c:pt idx="14">
                  <c:v>0.598</c:v>
                </c:pt>
                <c:pt idx="15">
                  <c:v>0.366</c:v>
                </c:pt>
                <c:pt idx="16">
                  <c:v>0.205</c:v>
                </c:pt>
                <c:pt idx="17">
                  <c:v>0.247</c:v>
                </c:pt>
                <c:pt idx="18">
                  <c:v>0.227</c:v>
                </c:pt>
                <c:pt idx="19">
                  <c:v>0.198</c:v>
                </c:pt>
                <c:pt idx="20">
                  <c:v>0.368</c:v>
                </c:pt>
                <c:pt idx="21">
                  <c:v>0.529</c:v>
                </c:pt>
                <c:pt idx="22">
                  <c:v>0.591</c:v>
                </c:pt>
                <c:pt idx="23">
                  <c:v>0.796</c:v>
                </c:pt>
                <c:pt idx="24">
                  <c:v>1.029</c:v>
                </c:pt>
                <c:pt idx="25">
                  <c:v>1.058</c:v>
                </c:pt>
                <c:pt idx="26">
                  <c:v>1.074</c:v>
                </c:pt>
                <c:pt idx="27">
                  <c:v>1.132</c:v>
                </c:pt>
                <c:pt idx="28">
                  <c:v>0.982</c:v>
                </c:pt>
                <c:pt idx="29">
                  <c:v>0.753</c:v>
                </c:pt>
                <c:pt idx="30">
                  <c:v>0.667</c:v>
                </c:pt>
                <c:pt idx="31">
                  <c:v>0.524</c:v>
                </c:pt>
                <c:pt idx="32">
                  <c:v>0.302</c:v>
                </c:pt>
                <c:pt idx="33">
                  <c:v>0.282</c:v>
                </c:pt>
                <c:pt idx="34">
                  <c:v>0.375</c:v>
                </c:pt>
                <c:pt idx="35">
                  <c:v>0.39</c:v>
                </c:pt>
                <c:pt idx="36">
                  <c:v>0.438</c:v>
                </c:pt>
                <c:pt idx="37">
                  <c:v>0.446</c:v>
                </c:pt>
                <c:pt idx="38">
                  <c:v>0.249</c:v>
                </c:pt>
                <c:pt idx="39">
                  <c:v>0.097</c:v>
                </c:pt>
                <c:pt idx="40">
                  <c:v>0.16</c:v>
                </c:pt>
                <c:pt idx="41">
                  <c:v>0.157</c:v>
                </c:pt>
                <c:pt idx="42">
                  <c:v>0.063</c:v>
                </c:pt>
                <c:pt idx="43">
                  <c:v>0.121</c:v>
                </c:pt>
                <c:pt idx="44">
                  <c:v>0.176</c:v>
                </c:pt>
                <c:pt idx="45">
                  <c:v>0.082</c:v>
                </c:pt>
                <c:pt idx="46">
                  <c:v>0.088</c:v>
                </c:pt>
                <c:pt idx="47">
                  <c:v>0.178</c:v>
                </c:pt>
                <c:pt idx="48">
                  <c:v>0.114</c:v>
                </c:pt>
                <c:pt idx="49">
                  <c:v>0.065</c:v>
                </c:pt>
                <c:pt idx="50">
                  <c:v>0.161</c:v>
                </c:pt>
              </c:numCache>
            </c:numRef>
          </c:yVal>
        </c:ser>
        <c:ser>
          <c:idx val="1"/>
          <c:order val="1"/>
          <c:tx>
            <c:v>принятые пики</c:v>
          </c:tx>
          <c:spPr>
            <a:ln xmlns:a="http://schemas.openxmlformats.org/drawingml/2006/main" w="0">
              <a:solidFill>
                <a:srgbClr val="F9C74F"/>
              </a:solidFill>
            </a:ln>
          </c:spPr>
          <c:marker>
            <c:symbol val="diamond"/>
            <c:size val="10"/>
            <c:spPr>
              <a:solidFill xmlns:a="http://schemas.openxmlformats.org/drawingml/2006/main">
                <a:srgbClr val="F9C74F"/>
              </a:solidFill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24</c:v>
                </c:pt>
                <c:pt idx="1">
                  <c:v>52</c:v>
                </c:pt>
                <c:pt idx="2">
                  <c:v>72</c:v>
                </c:pt>
              </c:numCache>
            </c:numRef>
          </c:xVal>
          <c:yVal>
            <c:numRef>
              <c:f>'Chart Data'!$D$2:$D$4</c:f>
              <c:numCache>
                <c:formatCode>General</c:formatCode>
                <c:ptCount val="3"/>
                <c:pt idx="0">
                  <c:v>0.64</c:v>
                </c:pt>
                <c:pt idx="1">
                  <c:v>1.14</c:v>
                </c:pt>
                <c:pt idx="2">
                  <c:v>0.43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интенсивность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3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координата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пик</c:v>
          </c:tx>
          <c:spPr>
            <a:ln xmlns:a="http://schemas.openxmlformats.org/drawingml/2006/main" w="38100">
              <a:solidFill>
                <a:srgbClr val="80ED99"/>
              </a:solidFill>
              <a:prstDash val="solid"/>
            </a:ln>
          </c:spPr>
          <c:marker>
            <c:symbol val="none"/>
          </c:marker>
          <c:xVal>
            <c:numRef>
              <c:f>'Chart Data'!$A$2:$A$42</c:f>
              <c:numCache>
                <c:formatCode>General</c:formatCode>
                <c:ptCount val="41"/>
                <c:pt idx="0">
                  <c:v>-4</c:v>
                </c:pt>
                <c:pt idx="1">
                  <c:v>-3.8</c:v>
                </c:pt>
                <c:pt idx="2">
                  <c:v>-3.6</c:v>
                </c:pt>
                <c:pt idx="3">
                  <c:v>-3.4</c:v>
                </c:pt>
                <c:pt idx="4">
                  <c:v>-3.2</c:v>
                </c:pt>
                <c:pt idx="5">
                  <c:v>-3</c:v>
                </c:pt>
                <c:pt idx="6">
                  <c:v>-2.8</c:v>
                </c:pt>
                <c:pt idx="7">
                  <c:v>-2.6</c:v>
                </c:pt>
                <c:pt idx="8">
                  <c:v>-2.4</c:v>
                </c:pt>
                <c:pt idx="9">
                  <c:v>-2.2</c:v>
                </c:pt>
                <c:pt idx="10">
                  <c:v>-2</c:v>
                </c:pt>
                <c:pt idx="11">
                  <c:v>-1.8</c:v>
                </c:pt>
                <c:pt idx="12">
                  <c:v>-1.6</c:v>
                </c:pt>
                <c:pt idx="13">
                  <c:v>-1.4</c:v>
                </c:pt>
                <c:pt idx="14">
                  <c:v>-1.2</c:v>
                </c:pt>
                <c:pt idx="15">
                  <c:v>-1</c:v>
                </c:pt>
                <c:pt idx="16">
                  <c:v>-0.8</c:v>
                </c:pt>
                <c:pt idx="17">
                  <c:v>-0.6</c:v>
                </c:pt>
                <c:pt idx="18">
                  <c:v>-0.4</c:v>
                </c:pt>
                <c:pt idx="19">
                  <c:v>-0.2</c:v>
                </c:pt>
                <c:pt idx="20">
                  <c:v>0</c:v>
                </c:pt>
                <c:pt idx="21">
                  <c:v>0.2</c:v>
                </c:pt>
                <c:pt idx="22">
                  <c:v>0.4</c:v>
                </c:pt>
                <c:pt idx="23">
                  <c:v>0.6</c:v>
                </c:pt>
                <c:pt idx="24">
                  <c:v>0.8</c:v>
                </c:pt>
                <c:pt idx="25">
                  <c:v>1</c:v>
                </c:pt>
                <c:pt idx="26">
                  <c:v>1.2</c:v>
                </c:pt>
                <c:pt idx="27">
                  <c:v>1.4</c:v>
                </c:pt>
                <c:pt idx="28">
                  <c:v>1.6</c:v>
                </c:pt>
                <c:pt idx="29">
                  <c:v>1.8</c:v>
                </c:pt>
                <c:pt idx="30">
                  <c:v>2</c:v>
                </c:pt>
                <c:pt idx="31">
                  <c:v>2.2</c:v>
                </c:pt>
                <c:pt idx="32">
                  <c:v>2.4</c:v>
                </c:pt>
                <c:pt idx="33">
                  <c:v>2.6</c:v>
                </c:pt>
                <c:pt idx="34">
                  <c:v>2.8</c:v>
                </c:pt>
                <c:pt idx="35">
                  <c:v>3</c:v>
                </c:pt>
                <c:pt idx="36">
                  <c:v>3.2</c:v>
                </c:pt>
                <c:pt idx="37">
                  <c:v>3.4</c:v>
                </c:pt>
                <c:pt idx="38">
                  <c:v>3.6</c:v>
                </c:pt>
                <c:pt idx="39">
                  <c:v>3.8</c:v>
                </c:pt>
                <c:pt idx="40">
                  <c:v>4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0.0003</c:v>
                </c:pt>
                <c:pt idx="1">
                  <c:v>0.0007</c:v>
                </c:pt>
                <c:pt idx="2">
                  <c:v>0.0015</c:v>
                </c:pt>
                <c:pt idx="3">
                  <c:v>0.0031</c:v>
                </c:pt>
                <c:pt idx="4">
                  <c:v>0.006</c:v>
                </c:pt>
                <c:pt idx="5">
                  <c:v>0.0111</c:v>
                </c:pt>
                <c:pt idx="6">
                  <c:v>0.0198</c:v>
                </c:pt>
                <c:pt idx="7">
                  <c:v>0.034</c:v>
                </c:pt>
                <c:pt idx="8">
                  <c:v>0.0561</c:v>
                </c:pt>
                <c:pt idx="9">
                  <c:v>0.0889</c:v>
                </c:pt>
                <c:pt idx="10">
                  <c:v>0.1353</c:v>
                </c:pt>
                <c:pt idx="11">
                  <c:v>0.1979</c:v>
                </c:pt>
                <c:pt idx="12">
                  <c:v>0.278</c:v>
                </c:pt>
                <c:pt idx="13">
                  <c:v>0.3753</c:v>
                </c:pt>
                <c:pt idx="14">
                  <c:v>0.4868</c:v>
                </c:pt>
                <c:pt idx="15">
                  <c:v>0.6065</c:v>
                </c:pt>
                <c:pt idx="16">
                  <c:v>0.7261</c:v>
                </c:pt>
                <c:pt idx="17">
                  <c:v>0.8353</c:v>
                </c:pt>
                <c:pt idx="18">
                  <c:v>0.9231</c:v>
                </c:pt>
                <c:pt idx="19">
                  <c:v>0.9802</c:v>
                </c:pt>
                <c:pt idx="20">
                  <c:v>1</c:v>
                </c:pt>
                <c:pt idx="21">
                  <c:v>0.9802</c:v>
                </c:pt>
                <c:pt idx="22">
                  <c:v>0.9231</c:v>
                </c:pt>
                <c:pt idx="23">
                  <c:v>0.8353</c:v>
                </c:pt>
                <c:pt idx="24">
                  <c:v>0.7261</c:v>
                </c:pt>
                <c:pt idx="25">
                  <c:v>0.6065</c:v>
                </c:pt>
                <c:pt idx="26">
                  <c:v>0.4868</c:v>
                </c:pt>
                <c:pt idx="27">
                  <c:v>0.3753</c:v>
                </c:pt>
                <c:pt idx="28">
                  <c:v>0.278</c:v>
                </c:pt>
                <c:pt idx="29">
                  <c:v>0.1979</c:v>
                </c:pt>
                <c:pt idx="30">
                  <c:v>0.1353</c:v>
                </c:pt>
                <c:pt idx="31">
                  <c:v>0.0889</c:v>
                </c:pt>
                <c:pt idx="32">
                  <c:v>0.0561</c:v>
                </c:pt>
                <c:pt idx="33">
                  <c:v>0.034</c:v>
                </c:pt>
                <c:pt idx="34">
                  <c:v>0.0198</c:v>
                </c:pt>
                <c:pt idx="35">
                  <c:v>0.0111</c:v>
                </c:pt>
                <c:pt idx="36">
                  <c:v>0.006</c:v>
                </c:pt>
                <c:pt idx="37">
                  <c:v>0.0031</c:v>
                </c:pt>
                <c:pt idx="38">
                  <c:v>0.0015</c:v>
                </c:pt>
                <c:pt idx="39">
                  <c:v>0.0007</c:v>
                </c:pt>
                <c:pt idx="40">
                  <c:v>0.0003</c:v>
                </c:pt>
              </c:numCache>
            </c:numRef>
          </c:yVal>
        </c:ser>
        <c:ser>
          <c:idx val="1"/>
          <c:order val="1"/>
          <c:tx>
            <c:v>половина высоты</c:v>
          </c:tx>
          <c:spPr>
            <a:ln xmlns:a="http://schemas.openxmlformats.org/drawingml/2006/main" w="28575">
              <a:solidFill>
                <a:srgbClr val="F9C74F"/>
              </a:solidFill>
              <a:prstDash val="dash"/>
            </a:ln>
          </c:spPr>
          <c:marker>
            <c:symbol val="circle"/>
            <c:size val="7"/>
            <c:spPr>
              <a:solidFill xmlns:a="http://schemas.openxmlformats.org/drawingml/2006/main">
                <a:srgbClr val="F9C74F"/>
              </a:solidFill>
            </c:spPr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-1.177</c:v>
                </c:pt>
                <c:pt idx="1">
                  <c:v>1.177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нормированная интенсивность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4"/>
          <c:min val="-4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координата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исправленный сигнал</c:v>
          </c:tx>
          <c:spPr>
            <a:ln xmlns:a="http://schemas.openxmlformats.org/drawingml/2006/main" w="38100">
              <a:solidFill>
                <a:srgbClr val="4EA8DE"/>
              </a:solidFill>
              <a:prstDash val="solid"/>
            </a:ln>
          </c:spPr>
          <c:marker>
            <c:symbol val="none"/>
          </c:marker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0.0002</c:v>
                </c:pt>
                <c:pt idx="1">
                  <c:v>0.0172</c:v>
                </c:pt>
                <c:pt idx="2">
                  <c:v>0.0191</c:v>
                </c:pt>
                <c:pt idx="3">
                  <c:v>0.0047</c:v>
                </c:pt>
                <c:pt idx="4">
                  <c:v>-0.0113</c:v>
                </c:pt>
                <c:pt idx="5">
                  <c:v>-0.0116</c:v>
                </c:pt>
                <c:pt idx="6">
                  <c:v>0.0086</c:v>
                </c:pt>
                <c:pt idx="7">
                  <c:v>0.0387</c:v>
                </c:pt>
                <c:pt idx="8">
                  <c:v>0.0637</c:v>
                </c:pt>
                <c:pt idx="9">
                  <c:v>0.0806</c:v>
                </c:pt>
                <c:pt idx="10">
                  <c:v>0.1033</c:v>
                </c:pt>
                <c:pt idx="11">
                  <c:v>0.1524</c:v>
                </c:pt>
                <c:pt idx="12">
                  <c:v>0.2386</c:v>
                </c:pt>
                <c:pt idx="13">
                  <c:v>0.3537</c:v>
                </c:pt>
                <c:pt idx="14">
                  <c:v>0.4776</c:v>
                </c:pt>
                <c:pt idx="15">
                  <c:v>0.5943</c:v>
                </c:pt>
                <c:pt idx="16">
                  <c:v>0.7009</c:v>
                </c:pt>
                <c:pt idx="17">
                  <c:v>0.8033</c:v>
                </c:pt>
                <c:pt idx="18">
                  <c:v>0.9018</c:v>
                </c:pt>
                <c:pt idx="19">
                  <c:v>0.9815</c:v>
                </c:pt>
                <c:pt idx="20">
                  <c:v>1.0183</c:v>
                </c:pt>
                <c:pt idx="21">
                  <c:v>0.9953</c:v>
                </c:pt>
                <c:pt idx="22">
                  <c:v>0.9167</c:v>
                </c:pt>
                <c:pt idx="23">
                  <c:v>0.8057</c:v>
                </c:pt>
                <c:pt idx="24">
                  <c:v>0.6885</c:v>
                </c:pt>
                <c:pt idx="25">
                  <c:v>0.5786</c:v>
                </c:pt>
                <c:pt idx="26">
                  <c:v>0.4731</c:v>
                </c:pt>
                <c:pt idx="27">
                  <c:v>0.3644</c:v>
                </c:pt>
                <c:pt idx="28">
                  <c:v>0.2548</c:v>
                </c:pt>
                <c:pt idx="29">
                  <c:v>0.1591</c:v>
                </c:pt>
                <c:pt idx="30">
                  <c:v>0.0944</c:v>
                </c:pt>
                <c:pt idx="31">
                  <c:v>0.0643</c:v>
                </c:pt>
                <c:pt idx="32">
                  <c:v>0.055</c:v>
                </c:pt>
                <c:pt idx="33">
                  <c:v>0.0455</c:v>
                </c:pt>
                <c:pt idx="34">
                  <c:v>0.0248</c:v>
                </c:pt>
                <c:pt idx="35">
                  <c:v>-0.001</c:v>
                </c:pt>
                <c:pt idx="36">
                  <c:v>-0.016</c:v>
                </c:pt>
                <c:pt idx="37">
                  <c:v>-0.011</c:v>
                </c:pt>
                <c:pt idx="38">
                  <c:v>0.0068</c:v>
                </c:pt>
                <c:pt idx="39">
                  <c:v>0.0197</c:v>
                </c:pt>
                <c:pt idx="40">
                  <c:v>0.0151</c:v>
                </c:pt>
              </c:numCache>
            </c:numRef>
          </c:yVal>
        </c:ser>
        <c:ser>
          <c:idx val="1"/>
          <c:order val="1"/>
          <c:tx>
            <c:v>границы интегрирования</c:v>
          </c:tx>
          <c:spPr>
            <a:ln xmlns:a="http://schemas.openxmlformats.org/drawingml/2006/main" w="0">
              <a:solidFill>
                <a:srgbClr val="F9C74F"/>
              </a:solidFill>
            </a:ln>
          </c:spPr>
          <c:marker>
            <c:symbol val="diamond"/>
            <c:size val="10"/>
            <c:spPr>
              <a:solidFill xmlns:a="http://schemas.openxmlformats.org/drawingml/2006/main">
                <a:srgbClr val="F9C74F"/>
              </a:solidFill>
            </c:spPr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2.5</c:v>
                </c:pt>
                <c:pt idx="1">
                  <c:v>7.5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"/>
          <c:min val="-0.1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интенсивность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координата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наблюдение</c:v>
          </c:tx>
          <c:spPr>
            <a:ln xmlns:a="http://schemas.openxmlformats.org/drawingml/2006/main" w="19050">
              <a:solidFill>
                <a:srgbClr val="F4F7F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F4F7FB"/>
              </a:solidFill>
            </c:spPr>
          </c:marker>
          <c:xVal>
            <c:numRef>
              <c:f>'Chart Data'!$A$2:$A$57</c:f>
              <c:numCache>
                <c:formatCode>General</c:formatCode>
                <c:ptCount val="56"/>
                <c:pt idx="0">
                  <c:v>-5</c:v>
                </c:pt>
                <c:pt idx="1">
                  <c:v>-4.8</c:v>
                </c:pt>
                <c:pt idx="2">
                  <c:v>-4.6</c:v>
                </c:pt>
                <c:pt idx="3">
                  <c:v>-4.4</c:v>
                </c:pt>
                <c:pt idx="4">
                  <c:v>-4.2</c:v>
                </c:pt>
                <c:pt idx="5">
                  <c:v>-4</c:v>
                </c:pt>
                <c:pt idx="6">
                  <c:v>-3.8</c:v>
                </c:pt>
                <c:pt idx="7">
                  <c:v>-3.6</c:v>
                </c:pt>
                <c:pt idx="8">
                  <c:v>-3.4</c:v>
                </c:pt>
                <c:pt idx="9">
                  <c:v>-3.2</c:v>
                </c:pt>
                <c:pt idx="10">
                  <c:v>-3</c:v>
                </c:pt>
                <c:pt idx="11">
                  <c:v>-2.8</c:v>
                </c:pt>
                <c:pt idx="12">
                  <c:v>-2.6</c:v>
                </c:pt>
                <c:pt idx="13">
                  <c:v>-2.4</c:v>
                </c:pt>
                <c:pt idx="14">
                  <c:v>-2.2</c:v>
                </c:pt>
                <c:pt idx="15">
                  <c:v>-2</c:v>
                </c:pt>
                <c:pt idx="16">
                  <c:v>-1.8</c:v>
                </c:pt>
                <c:pt idx="17">
                  <c:v>-1.6</c:v>
                </c:pt>
                <c:pt idx="18">
                  <c:v>-1.4</c:v>
                </c:pt>
                <c:pt idx="19">
                  <c:v>-1.2</c:v>
                </c:pt>
                <c:pt idx="20">
                  <c:v>-1</c:v>
                </c:pt>
                <c:pt idx="21">
                  <c:v>-0.8</c:v>
                </c:pt>
                <c:pt idx="22">
                  <c:v>-0.6</c:v>
                </c:pt>
                <c:pt idx="23">
                  <c:v>-0.4</c:v>
                </c:pt>
                <c:pt idx="24">
                  <c:v>-0.2</c:v>
                </c:pt>
                <c:pt idx="25">
                  <c:v>0</c:v>
                </c:pt>
                <c:pt idx="26">
                  <c:v>0.2</c:v>
                </c:pt>
                <c:pt idx="27">
                  <c:v>0.4</c:v>
                </c:pt>
                <c:pt idx="28">
                  <c:v>0.6</c:v>
                </c:pt>
                <c:pt idx="29">
                  <c:v>0.8</c:v>
                </c:pt>
                <c:pt idx="30">
                  <c:v>1</c:v>
                </c:pt>
                <c:pt idx="31">
                  <c:v>1.2</c:v>
                </c:pt>
                <c:pt idx="32">
                  <c:v>1.4</c:v>
                </c:pt>
                <c:pt idx="33">
                  <c:v>1.6</c:v>
                </c:pt>
                <c:pt idx="34">
                  <c:v>1.8</c:v>
                </c:pt>
                <c:pt idx="35">
                  <c:v>2</c:v>
                </c:pt>
                <c:pt idx="36">
                  <c:v>2.2</c:v>
                </c:pt>
                <c:pt idx="37">
                  <c:v>2.4</c:v>
                </c:pt>
                <c:pt idx="38">
                  <c:v>2.6</c:v>
                </c:pt>
                <c:pt idx="39">
                  <c:v>2.8</c:v>
                </c:pt>
                <c:pt idx="40">
                  <c:v>3</c:v>
                </c:pt>
                <c:pt idx="41">
                  <c:v>3.2</c:v>
                </c:pt>
                <c:pt idx="42">
                  <c:v>3.4</c:v>
                </c:pt>
                <c:pt idx="43">
                  <c:v>3.6</c:v>
                </c:pt>
                <c:pt idx="44">
                  <c:v>3.8</c:v>
                </c:pt>
                <c:pt idx="45">
                  <c:v>4</c:v>
                </c:pt>
                <c:pt idx="46">
                  <c:v>4.2</c:v>
                </c:pt>
                <c:pt idx="47">
                  <c:v>4.4</c:v>
                </c:pt>
                <c:pt idx="48">
                  <c:v>4.6</c:v>
                </c:pt>
                <c:pt idx="49">
                  <c:v>4.8</c:v>
                </c:pt>
                <c:pt idx="50">
                  <c:v>5</c:v>
                </c:pt>
                <c:pt idx="51">
                  <c:v>5.2</c:v>
                </c:pt>
                <c:pt idx="52">
                  <c:v>5.4</c:v>
                </c:pt>
                <c:pt idx="53">
                  <c:v>5.6</c:v>
                </c:pt>
                <c:pt idx="54">
                  <c:v>5.8</c:v>
                </c:pt>
                <c:pt idx="55">
                  <c:v>6</c:v>
                </c:pt>
              </c:numCache>
            </c:numRef>
          </c:xVal>
          <c:yVal>
            <c:numRef>
              <c:f>'Chart Data'!$B$2:$B$57</c:f>
              <c:numCache>
                <c:formatCode>General</c:formatCode>
                <c:ptCount val="56"/>
                <c:pt idx="0">
                  <c:v>0.0117</c:v>
                </c:pt>
                <c:pt idx="1">
                  <c:v>0.0326</c:v>
                </c:pt>
                <c:pt idx="2">
                  <c:v>0.0091</c:v>
                </c:pt>
                <c:pt idx="3">
                  <c:v>-0.0023</c:v>
                </c:pt>
                <c:pt idx="4">
                  <c:v>0.029</c:v>
                </c:pt>
                <c:pt idx="5">
                  <c:v>0.0394</c:v>
                </c:pt>
                <c:pt idx="6">
                  <c:v>0.0161</c:v>
                </c:pt>
                <c:pt idx="7">
                  <c:v>0.0276</c:v>
                </c:pt>
                <c:pt idx="8">
                  <c:v>0.072</c:v>
                </c:pt>
                <c:pt idx="9">
                  <c:v>0.0838</c:v>
                </c:pt>
                <c:pt idx="10">
                  <c:v>0.0863</c:v>
                </c:pt>
                <c:pt idx="11">
                  <c:v>0.1425</c:v>
                </c:pt>
                <c:pt idx="12">
                  <c:v>0.2175</c:v>
                </c:pt>
                <c:pt idx="13">
                  <c:v>0.2606</c:v>
                </c:pt>
                <c:pt idx="14">
                  <c:v>0.3217</c:v>
                </c:pt>
                <c:pt idx="15">
                  <c:v>0.4385</c:v>
                </c:pt>
                <c:pt idx="16">
                  <c:v>0.5478</c:v>
                </c:pt>
                <c:pt idx="17">
                  <c:v>0.621</c:v>
                </c:pt>
                <c:pt idx="18">
                  <c:v>0.7186</c:v>
                </c:pt>
                <c:pt idx="19">
                  <c:v>0.8402</c:v>
                </c:pt>
                <c:pt idx="20">
                  <c:v>0.9112</c:v>
                </c:pt>
                <c:pt idx="21">
                  <c:v>0.9375</c:v>
                </c:pt>
                <c:pt idx="22">
                  <c:v>0.9808</c:v>
                </c:pt>
                <c:pt idx="23">
                  <c:v>1.0133</c:v>
                </c:pt>
                <c:pt idx="24">
                  <c:v>0.9801</c:v>
                </c:pt>
                <c:pt idx="25">
                  <c:v>0.9302</c:v>
                </c:pt>
                <c:pt idx="26">
                  <c:v>0.9191</c:v>
                </c:pt>
                <c:pt idx="27">
                  <c:v>0.9026</c:v>
                </c:pt>
                <c:pt idx="28">
                  <c:v>0.8576</c:v>
                </c:pt>
                <c:pt idx="29">
                  <c:v>0.8506</c:v>
                </c:pt>
                <c:pt idx="30">
                  <c:v>0.888</c:v>
                </c:pt>
                <c:pt idx="31">
                  <c:v>0.875</c:v>
                </c:pt>
                <c:pt idx="32">
                  <c:v>0.783</c:v>
                </c:pt>
                <c:pt idx="33">
                  <c:v>0.6795</c:v>
                </c:pt>
                <c:pt idx="34">
                  <c:v>0.5759</c:v>
                </c:pt>
                <c:pt idx="35">
                  <c:v>0.4391</c:v>
                </c:pt>
                <c:pt idx="36">
                  <c:v>0.3162</c:v>
                </c:pt>
                <c:pt idx="37">
                  <c:v>0.262</c:v>
                </c:pt>
                <c:pt idx="38">
                  <c:v>0.2241</c:v>
                </c:pt>
                <c:pt idx="39">
                  <c:v>0.1566</c:v>
                </c:pt>
                <c:pt idx="40">
                  <c:v>0.1142</c:v>
                </c:pt>
                <c:pt idx="41">
                  <c:v>0.12</c:v>
                </c:pt>
                <c:pt idx="42">
                  <c:v>0.1064</c:v>
                </c:pt>
                <c:pt idx="43">
                  <c:v>0.0626</c:v>
                </c:pt>
                <c:pt idx="44">
                  <c:v>0.0553</c:v>
                </c:pt>
                <c:pt idx="45">
                  <c:v>0.0756</c:v>
                </c:pt>
                <c:pt idx="46">
                  <c:v>0.0574</c:v>
                </c:pt>
                <c:pt idx="47">
                  <c:v>0.0252</c:v>
                </c:pt>
                <c:pt idx="48">
                  <c:v>0.0382</c:v>
                </c:pt>
                <c:pt idx="49">
                  <c:v>0.0556</c:v>
                </c:pt>
                <c:pt idx="50">
                  <c:v>0.0286</c:v>
                </c:pt>
                <c:pt idx="51">
                  <c:v>0.0099</c:v>
                </c:pt>
                <c:pt idx="52">
                  <c:v>0.0348</c:v>
                </c:pt>
                <c:pt idx="53">
                  <c:v>0.041</c:v>
                </c:pt>
                <c:pt idx="54">
                  <c:v>0.0092</c:v>
                </c:pt>
                <c:pt idx="55">
                  <c:v>0.0067</c:v>
                </c:pt>
              </c:numCache>
            </c:numRef>
          </c:yVal>
        </c:ser>
        <c:ser>
          <c:idx val="1"/>
          <c:order val="1"/>
          <c:tx>
            <c:v>компонента 1</c:v>
          </c:tx>
          <c:spPr>
            <a:ln xmlns:a="http://schemas.openxmlformats.org/drawingml/2006/main" w="28575">
              <a:solidFill>
                <a:srgbClr val="4EA8DE"/>
              </a:solidFill>
              <a:prstDash val="dash"/>
            </a:ln>
          </c:spPr>
          <c:marker>
            <c:symbol val="none"/>
          </c:marker>
          <c:xVal>
            <c:numRef>
              <c:f>'Chart Data'!$C$2:$C$57</c:f>
              <c:numCache>
                <c:formatCode>General</c:formatCode>
                <c:ptCount val="56"/>
                <c:pt idx="0">
                  <c:v>-5</c:v>
                </c:pt>
                <c:pt idx="1">
                  <c:v>-4.8</c:v>
                </c:pt>
                <c:pt idx="2">
                  <c:v>-4.6</c:v>
                </c:pt>
                <c:pt idx="3">
                  <c:v>-4.4</c:v>
                </c:pt>
                <c:pt idx="4">
                  <c:v>-4.2</c:v>
                </c:pt>
                <c:pt idx="5">
                  <c:v>-4</c:v>
                </c:pt>
                <c:pt idx="6">
                  <c:v>-3.8</c:v>
                </c:pt>
                <c:pt idx="7">
                  <c:v>-3.6</c:v>
                </c:pt>
                <c:pt idx="8">
                  <c:v>-3.4</c:v>
                </c:pt>
                <c:pt idx="9">
                  <c:v>-3.2</c:v>
                </c:pt>
                <c:pt idx="10">
                  <c:v>-3</c:v>
                </c:pt>
                <c:pt idx="11">
                  <c:v>-2.8</c:v>
                </c:pt>
                <c:pt idx="12">
                  <c:v>-2.6</c:v>
                </c:pt>
                <c:pt idx="13">
                  <c:v>-2.4</c:v>
                </c:pt>
                <c:pt idx="14">
                  <c:v>-2.2</c:v>
                </c:pt>
                <c:pt idx="15">
                  <c:v>-2</c:v>
                </c:pt>
                <c:pt idx="16">
                  <c:v>-1.8</c:v>
                </c:pt>
                <c:pt idx="17">
                  <c:v>-1.6</c:v>
                </c:pt>
                <c:pt idx="18">
                  <c:v>-1.4</c:v>
                </c:pt>
                <c:pt idx="19">
                  <c:v>-1.2</c:v>
                </c:pt>
                <c:pt idx="20">
                  <c:v>-1</c:v>
                </c:pt>
                <c:pt idx="21">
                  <c:v>-0.8</c:v>
                </c:pt>
                <c:pt idx="22">
                  <c:v>-0.6</c:v>
                </c:pt>
                <c:pt idx="23">
                  <c:v>-0.4</c:v>
                </c:pt>
                <c:pt idx="24">
                  <c:v>-0.2</c:v>
                </c:pt>
                <c:pt idx="25">
                  <c:v>0</c:v>
                </c:pt>
                <c:pt idx="26">
                  <c:v>0.2</c:v>
                </c:pt>
                <c:pt idx="27">
                  <c:v>0.4</c:v>
                </c:pt>
                <c:pt idx="28">
                  <c:v>0.6</c:v>
                </c:pt>
                <c:pt idx="29">
                  <c:v>0.8</c:v>
                </c:pt>
                <c:pt idx="30">
                  <c:v>1</c:v>
                </c:pt>
                <c:pt idx="31">
                  <c:v>1.2</c:v>
                </c:pt>
                <c:pt idx="32">
                  <c:v>1.4</c:v>
                </c:pt>
                <c:pt idx="33">
                  <c:v>1.6</c:v>
                </c:pt>
                <c:pt idx="34">
                  <c:v>1.8</c:v>
                </c:pt>
                <c:pt idx="35">
                  <c:v>2</c:v>
                </c:pt>
                <c:pt idx="36">
                  <c:v>2.2</c:v>
                </c:pt>
                <c:pt idx="37">
                  <c:v>2.4</c:v>
                </c:pt>
                <c:pt idx="38">
                  <c:v>2.6</c:v>
                </c:pt>
                <c:pt idx="39">
                  <c:v>2.8</c:v>
                </c:pt>
                <c:pt idx="40">
                  <c:v>3</c:v>
                </c:pt>
                <c:pt idx="41">
                  <c:v>3.2</c:v>
                </c:pt>
                <c:pt idx="42">
                  <c:v>3.4</c:v>
                </c:pt>
                <c:pt idx="43">
                  <c:v>3.6</c:v>
                </c:pt>
                <c:pt idx="44">
                  <c:v>3.8</c:v>
                </c:pt>
                <c:pt idx="45">
                  <c:v>4</c:v>
                </c:pt>
                <c:pt idx="46">
                  <c:v>4.2</c:v>
                </c:pt>
                <c:pt idx="47">
                  <c:v>4.4</c:v>
                </c:pt>
                <c:pt idx="48">
                  <c:v>4.6</c:v>
                </c:pt>
                <c:pt idx="49">
                  <c:v>4.8</c:v>
                </c:pt>
                <c:pt idx="50">
                  <c:v>5</c:v>
                </c:pt>
                <c:pt idx="51">
                  <c:v>5.2</c:v>
                </c:pt>
                <c:pt idx="52">
                  <c:v>5.4</c:v>
                </c:pt>
                <c:pt idx="53">
                  <c:v>5.6</c:v>
                </c:pt>
                <c:pt idx="54">
                  <c:v>5.8</c:v>
                </c:pt>
                <c:pt idx="55">
                  <c:v>6</c:v>
                </c:pt>
              </c:numCache>
            </c:numRef>
          </c:xVal>
          <c:yVal>
            <c:numRef>
              <c:f>'Chart Data'!$D$2:$D$57</c:f>
              <c:numCache>
                <c:formatCode>General</c:formatCode>
                <c:ptCount val="56"/>
                <c:pt idx="0">
                  <c:v>0.0003</c:v>
                </c:pt>
                <c:pt idx="1">
                  <c:v>0.0006</c:v>
                </c:pt>
                <c:pt idx="2">
                  <c:v>0.0012</c:v>
                </c:pt>
                <c:pt idx="3">
                  <c:v>0.0023</c:v>
                </c:pt>
                <c:pt idx="4">
                  <c:v>0.0042</c:v>
                </c:pt>
                <c:pt idx="5">
                  <c:v>0.0074</c:v>
                </c:pt>
                <c:pt idx="6">
                  <c:v>0.0128</c:v>
                </c:pt>
                <c:pt idx="7">
                  <c:v>0.0213</c:v>
                </c:pt>
                <c:pt idx="8">
                  <c:v>0.0345</c:v>
                </c:pt>
                <c:pt idx="9">
                  <c:v>0.0539</c:v>
                </c:pt>
                <c:pt idx="10">
                  <c:v>0.0814</c:v>
                </c:pt>
                <c:pt idx="11">
                  <c:v>0.1191</c:v>
                </c:pt>
                <c:pt idx="12">
                  <c:v>0.1685</c:v>
                </c:pt>
                <c:pt idx="13">
                  <c:v>0.2307</c:v>
                </c:pt>
                <c:pt idx="14">
                  <c:v>0.3055</c:v>
                </c:pt>
                <c:pt idx="15">
                  <c:v>0.3915</c:v>
                </c:pt>
                <c:pt idx="16">
                  <c:v>0.4854</c:v>
                </c:pt>
                <c:pt idx="17">
                  <c:v>0.5821</c:v>
                </c:pt>
                <c:pt idx="18">
                  <c:v>0.6755</c:v>
                </c:pt>
                <c:pt idx="19">
                  <c:v>0.7584</c:v>
                </c:pt>
                <c:pt idx="20">
                  <c:v>0.8237</c:v>
                </c:pt>
                <c:pt idx="21">
                  <c:v>0.8656</c:v>
                </c:pt>
                <c:pt idx="22">
                  <c:v>0.88</c:v>
                </c:pt>
                <c:pt idx="23">
                  <c:v>0.8656</c:v>
                </c:pt>
                <c:pt idx="24">
                  <c:v>0.8237</c:v>
                </c:pt>
                <c:pt idx="25">
                  <c:v>0.7584</c:v>
                </c:pt>
                <c:pt idx="26">
                  <c:v>0.6755</c:v>
                </c:pt>
                <c:pt idx="27">
                  <c:v>0.5821</c:v>
                </c:pt>
                <c:pt idx="28">
                  <c:v>0.4854</c:v>
                </c:pt>
                <c:pt idx="29">
                  <c:v>0.3915</c:v>
                </c:pt>
                <c:pt idx="30">
                  <c:v>0.3055</c:v>
                </c:pt>
                <c:pt idx="31">
                  <c:v>0.2307</c:v>
                </c:pt>
                <c:pt idx="32">
                  <c:v>0.1685</c:v>
                </c:pt>
                <c:pt idx="33">
                  <c:v>0.1191</c:v>
                </c:pt>
                <c:pt idx="34">
                  <c:v>0.0814</c:v>
                </c:pt>
                <c:pt idx="35">
                  <c:v>0.0539</c:v>
                </c:pt>
                <c:pt idx="36">
                  <c:v>0.0345</c:v>
                </c:pt>
                <c:pt idx="37">
                  <c:v>0.0213</c:v>
                </c:pt>
                <c:pt idx="38">
                  <c:v>0.0128</c:v>
                </c:pt>
                <c:pt idx="39">
                  <c:v>0.0074</c:v>
                </c:pt>
                <c:pt idx="40">
                  <c:v>0.0042</c:v>
                </c:pt>
                <c:pt idx="41">
                  <c:v>0.0023</c:v>
                </c:pt>
                <c:pt idx="42">
                  <c:v>0.0012</c:v>
                </c:pt>
                <c:pt idx="43">
                  <c:v>0.0006</c:v>
                </c:pt>
                <c:pt idx="44">
                  <c:v>0.0003</c:v>
                </c:pt>
                <c:pt idx="45">
                  <c:v>0.0001</c:v>
                </c:pt>
                <c:pt idx="46">
                  <c:v>0.0001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yVal>
        </c:ser>
        <c:ser>
          <c:idx val="2"/>
          <c:order val="2"/>
          <c:tx>
            <c:v>компонента 2</c:v>
          </c:tx>
          <c:spPr>
            <a:ln xmlns:a="http://schemas.openxmlformats.org/drawingml/2006/main" w="28575">
              <a:solidFill>
                <a:srgbClr val="C4A7FF"/>
              </a:solidFill>
              <a:prstDash val="dash"/>
            </a:ln>
          </c:spPr>
          <c:marker>
            <c:symbol val="none"/>
          </c:marker>
          <c:xVal>
            <c:numRef>
              <c:f>'Chart Data'!$E$2:$E$57</c:f>
              <c:numCache>
                <c:formatCode>General</c:formatCode>
                <c:ptCount val="56"/>
                <c:pt idx="0">
                  <c:v>-5</c:v>
                </c:pt>
                <c:pt idx="1">
                  <c:v>-4.8</c:v>
                </c:pt>
                <c:pt idx="2">
                  <c:v>-4.6</c:v>
                </c:pt>
                <c:pt idx="3">
                  <c:v>-4.4</c:v>
                </c:pt>
                <c:pt idx="4">
                  <c:v>-4.2</c:v>
                </c:pt>
                <c:pt idx="5">
                  <c:v>-4</c:v>
                </c:pt>
                <c:pt idx="6">
                  <c:v>-3.8</c:v>
                </c:pt>
                <c:pt idx="7">
                  <c:v>-3.6</c:v>
                </c:pt>
                <c:pt idx="8">
                  <c:v>-3.4</c:v>
                </c:pt>
                <c:pt idx="9">
                  <c:v>-3.2</c:v>
                </c:pt>
                <c:pt idx="10">
                  <c:v>-3</c:v>
                </c:pt>
                <c:pt idx="11">
                  <c:v>-2.8</c:v>
                </c:pt>
                <c:pt idx="12">
                  <c:v>-2.6</c:v>
                </c:pt>
                <c:pt idx="13">
                  <c:v>-2.4</c:v>
                </c:pt>
                <c:pt idx="14">
                  <c:v>-2.2</c:v>
                </c:pt>
                <c:pt idx="15">
                  <c:v>-2</c:v>
                </c:pt>
                <c:pt idx="16">
                  <c:v>-1.8</c:v>
                </c:pt>
                <c:pt idx="17">
                  <c:v>-1.6</c:v>
                </c:pt>
                <c:pt idx="18">
                  <c:v>-1.4</c:v>
                </c:pt>
                <c:pt idx="19">
                  <c:v>-1.2</c:v>
                </c:pt>
                <c:pt idx="20">
                  <c:v>-1</c:v>
                </c:pt>
                <c:pt idx="21">
                  <c:v>-0.8</c:v>
                </c:pt>
                <c:pt idx="22">
                  <c:v>-0.6</c:v>
                </c:pt>
                <c:pt idx="23">
                  <c:v>-0.4</c:v>
                </c:pt>
                <c:pt idx="24">
                  <c:v>-0.2</c:v>
                </c:pt>
                <c:pt idx="25">
                  <c:v>0</c:v>
                </c:pt>
                <c:pt idx="26">
                  <c:v>0.2</c:v>
                </c:pt>
                <c:pt idx="27">
                  <c:v>0.4</c:v>
                </c:pt>
                <c:pt idx="28">
                  <c:v>0.6</c:v>
                </c:pt>
                <c:pt idx="29">
                  <c:v>0.8</c:v>
                </c:pt>
                <c:pt idx="30">
                  <c:v>1</c:v>
                </c:pt>
                <c:pt idx="31">
                  <c:v>1.2</c:v>
                </c:pt>
                <c:pt idx="32">
                  <c:v>1.4</c:v>
                </c:pt>
                <c:pt idx="33">
                  <c:v>1.6</c:v>
                </c:pt>
                <c:pt idx="34">
                  <c:v>1.8</c:v>
                </c:pt>
                <c:pt idx="35">
                  <c:v>2</c:v>
                </c:pt>
                <c:pt idx="36">
                  <c:v>2.2</c:v>
                </c:pt>
                <c:pt idx="37">
                  <c:v>2.4</c:v>
                </c:pt>
                <c:pt idx="38">
                  <c:v>2.6</c:v>
                </c:pt>
                <c:pt idx="39">
                  <c:v>2.8</c:v>
                </c:pt>
                <c:pt idx="40">
                  <c:v>3</c:v>
                </c:pt>
                <c:pt idx="41">
                  <c:v>3.2</c:v>
                </c:pt>
                <c:pt idx="42">
                  <c:v>3.4</c:v>
                </c:pt>
                <c:pt idx="43">
                  <c:v>3.6</c:v>
                </c:pt>
                <c:pt idx="44">
                  <c:v>3.8</c:v>
                </c:pt>
                <c:pt idx="45">
                  <c:v>4</c:v>
                </c:pt>
                <c:pt idx="46">
                  <c:v>4.2</c:v>
                </c:pt>
                <c:pt idx="47">
                  <c:v>4.4</c:v>
                </c:pt>
                <c:pt idx="48">
                  <c:v>4.6</c:v>
                </c:pt>
                <c:pt idx="49">
                  <c:v>4.8</c:v>
                </c:pt>
                <c:pt idx="50">
                  <c:v>5</c:v>
                </c:pt>
                <c:pt idx="51">
                  <c:v>5.2</c:v>
                </c:pt>
                <c:pt idx="52">
                  <c:v>5.4</c:v>
                </c:pt>
                <c:pt idx="53">
                  <c:v>5.6</c:v>
                </c:pt>
                <c:pt idx="54">
                  <c:v>5.8</c:v>
                </c:pt>
                <c:pt idx="55">
                  <c:v>6</c:v>
                </c:pt>
              </c:numCache>
            </c:numRef>
          </c:xVal>
          <c:yVal>
            <c:numRef>
              <c:f>'Chart Data'!$F$2:$F$57</c:f>
              <c:numCache>
                <c:formatCode>General</c:formatCode>
                <c:ptCount val="56"/>
                <c:pt idx="0">
                  <c:v>0.0114</c:v>
                </c:pt>
                <c:pt idx="1">
                  <c:v>0.0122</c:v>
                </c:pt>
                <c:pt idx="2">
                  <c:v>0.013</c:v>
                </c:pt>
                <c:pt idx="3">
                  <c:v>0.0139</c:v>
                </c:pt>
                <c:pt idx="4">
                  <c:v>0.0149</c:v>
                </c:pt>
                <c:pt idx="5">
                  <c:v>0.016</c:v>
                </c:pt>
                <c:pt idx="6">
                  <c:v>0.0173</c:v>
                </c:pt>
                <c:pt idx="7">
                  <c:v>0.0187</c:v>
                </c:pt>
                <c:pt idx="8">
                  <c:v>0.0203</c:v>
                </c:pt>
                <c:pt idx="9">
                  <c:v>0.022</c:v>
                </c:pt>
                <c:pt idx="10">
                  <c:v>0.0241</c:v>
                </c:pt>
                <c:pt idx="11">
                  <c:v>0.0264</c:v>
                </c:pt>
                <c:pt idx="12">
                  <c:v>0.029</c:v>
                </c:pt>
                <c:pt idx="13">
                  <c:v>0.0321</c:v>
                </c:pt>
                <c:pt idx="14">
                  <c:v>0.0356</c:v>
                </c:pt>
                <c:pt idx="15">
                  <c:v>0.0398</c:v>
                </c:pt>
                <c:pt idx="16">
                  <c:v>0.0448</c:v>
                </c:pt>
                <c:pt idx="17">
                  <c:v>0.0506</c:v>
                </c:pt>
                <c:pt idx="18">
                  <c:v>0.0577</c:v>
                </c:pt>
                <c:pt idx="19">
                  <c:v>0.0663</c:v>
                </c:pt>
                <c:pt idx="20">
                  <c:v>0.0769</c:v>
                </c:pt>
                <c:pt idx="21">
                  <c:v>0.0901</c:v>
                </c:pt>
                <c:pt idx="22">
                  <c:v>0.1067</c:v>
                </c:pt>
                <c:pt idx="23">
                  <c:v>0.128</c:v>
                </c:pt>
                <c:pt idx="24">
                  <c:v>0.1556</c:v>
                </c:pt>
                <c:pt idx="25">
                  <c:v>0.1917</c:v>
                </c:pt>
                <c:pt idx="26">
                  <c:v>0.2393</c:v>
                </c:pt>
                <c:pt idx="27">
                  <c:v>0.3017</c:v>
                </c:pt>
                <c:pt idx="28">
                  <c:v>0.3814</c:v>
                </c:pt>
                <c:pt idx="29">
                  <c:v>0.4755</c:v>
                </c:pt>
                <c:pt idx="30">
                  <c:v>0.5691</c:v>
                </c:pt>
                <c:pt idx="31">
                  <c:v>0.6313</c:v>
                </c:pt>
                <c:pt idx="32">
                  <c:v>0.6313</c:v>
                </c:pt>
                <c:pt idx="33">
                  <c:v>0.5691</c:v>
                </c:pt>
                <c:pt idx="34">
                  <c:v>0.4755</c:v>
                </c:pt>
                <c:pt idx="35">
                  <c:v>0.3814</c:v>
                </c:pt>
                <c:pt idx="36">
                  <c:v>0.3017</c:v>
                </c:pt>
                <c:pt idx="37">
                  <c:v>0.2393</c:v>
                </c:pt>
                <c:pt idx="38">
                  <c:v>0.1917</c:v>
                </c:pt>
                <c:pt idx="39">
                  <c:v>0.1556</c:v>
                </c:pt>
                <c:pt idx="40">
                  <c:v>0.128</c:v>
                </c:pt>
                <c:pt idx="41">
                  <c:v>0.1067</c:v>
                </c:pt>
                <c:pt idx="42">
                  <c:v>0.0901</c:v>
                </c:pt>
                <c:pt idx="43">
                  <c:v>0.0769</c:v>
                </c:pt>
                <c:pt idx="44">
                  <c:v>0.0663</c:v>
                </c:pt>
                <c:pt idx="45">
                  <c:v>0.0577</c:v>
                </c:pt>
                <c:pt idx="46">
                  <c:v>0.0506</c:v>
                </c:pt>
                <c:pt idx="47">
                  <c:v>0.0448</c:v>
                </c:pt>
                <c:pt idx="48">
                  <c:v>0.0398</c:v>
                </c:pt>
                <c:pt idx="49">
                  <c:v>0.0356</c:v>
                </c:pt>
                <c:pt idx="50">
                  <c:v>0.0321</c:v>
                </c:pt>
                <c:pt idx="51">
                  <c:v>0.029</c:v>
                </c:pt>
                <c:pt idx="52">
                  <c:v>0.0264</c:v>
                </c:pt>
                <c:pt idx="53">
                  <c:v>0.0241</c:v>
                </c:pt>
                <c:pt idx="54">
                  <c:v>0.022</c:v>
                </c:pt>
                <c:pt idx="55">
                  <c:v>0.0203</c:v>
                </c:pt>
              </c:numCache>
            </c:numRef>
          </c:yVal>
        </c:ser>
        <c:ser>
          <c:idx val="3"/>
          <c:order val="3"/>
          <c:tx>
            <c:v>сумма модели</c:v>
          </c:tx>
          <c:spPr>
            <a:ln xmlns:a="http://schemas.openxmlformats.org/drawingml/2006/main" w="38100">
              <a:solidFill>
                <a:srgbClr val="F9C74F"/>
              </a:solidFill>
              <a:prstDash val="solid"/>
            </a:ln>
          </c:spPr>
          <c:marker>
            <c:symbol val="none"/>
          </c:marker>
          <c:xVal>
            <c:numRef>
              <c:f>'Chart Data'!$G$2:$G$57</c:f>
              <c:numCache>
                <c:formatCode>General</c:formatCode>
                <c:ptCount val="56"/>
                <c:pt idx="0">
                  <c:v>-5</c:v>
                </c:pt>
                <c:pt idx="1">
                  <c:v>-4.8</c:v>
                </c:pt>
                <c:pt idx="2">
                  <c:v>-4.6</c:v>
                </c:pt>
                <c:pt idx="3">
                  <c:v>-4.4</c:v>
                </c:pt>
                <c:pt idx="4">
                  <c:v>-4.2</c:v>
                </c:pt>
                <c:pt idx="5">
                  <c:v>-4</c:v>
                </c:pt>
                <c:pt idx="6">
                  <c:v>-3.8</c:v>
                </c:pt>
                <c:pt idx="7">
                  <c:v>-3.6</c:v>
                </c:pt>
                <c:pt idx="8">
                  <c:v>-3.4</c:v>
                </c:pt>
                <c:pt idx="9">
                  <c:v>-3.2</c:v>
                </c:pt>
                <c:pt idx="10">
                  <c:v>-3</c:v>
                </c:pt>
                <c:pt idx="11">
                  <c:v>-2.8</c:v>
                </c:pt>
                <c:pt idx="12">
                  <c:v>-2.6</c:v>
                </c:pt>
                <c:pt idx="13">
                  <c:v>-2.4</c:v>
                </c:pt>
                <c:pt idx="14">
                  <c:v>-2.2</c:v>
                </c:pt>
                <c:pt idx="15">
                  <c:v>-2</c:v>
                </c:pt>
                <c:pt idx="16">
                  <c:v>-1.8</c:v>
                </c:pt>
                <c:pt idx="17">
                  <c:v>-1.6</c:v>
                </c:pt>
                <c:pt idx="18">
                  <c:v>-1.4</c:v>
                </c:pt>
                <c:pt idx="19">
                  <c:v>-1.2</c:v>
                </c:pt>
                <c:pt idx="20">
                  <c:v>-1</c:v>
                </c:pt>
                <c:pt idx="21">
                  <c:v>-0.8</c:v>
                </c:pt>
                <c:pt idx="22">
                  <c:v>-0.6</c:v>
                </c:pt>
                <c:pt idx="23">
                  <c:v>-0.4</c:v>
                </c:pt>
                <c:pt idx="24">
                  <c:v>-0.2</c:v>
                </c:pt>
                <c:pt idx="25">
                  <c:v>0</c:v>
                </c:pt>
                <c:pt idx="26">
                  <c:v>0.2</c:v>
                </c:pt>
                <c:pt idx="27">
                  <c:v>0.4</c:v>
                </c:pt>
                <c:pt idx="28">
                  <c:v>0.6</c:v>
                </c:pt>
                <c:pt idx="29">
                  <c:v>0.8</c:v>
                </c:pt>
                <c:pt idx="30">
                  <c:v>1</c:v>
                </c:pt>
                <c:pt idx="31">
                  <c:v>1.2</c:v>
                </c:pt>
                <c:pt idx="32">
                  <c:v>1.4</c:v>
                </c:pt>
                <c:pt idx="33">
                  <c:v>1.6</c:v>
                </c:pt>
                <c:pt idx="34">
                  <c:v>1.8</c:v>
                </c:pt>
                <c:pt idx="35">
                  <c:v>2</c:v>
                </c:pt>
                <c:pt idx="36">
                  <c:v>2.2</c:v>
                </c:pt>
                <c:pt idx="37">
                  <c:v>2.4</c:v>
                </c:pt>
                <c:pt idx="38">
                  <c:v>2.6</c:v>
                </c:pt>
                <c:pt idx="39">
                  <c:v>2.8</c:v>
                </c:pt>
                <c:pt idx="40">
                  <c:v>3</c:v>
                </c:pt>
                <c:pt idx="41">
                  <c:v>3.2</c:v>
                </c:pt>
                <c:pt idx="42">
                  <c:v>3.4</c:v>
                </c:pt>
                <c:pt idx="43">
                  <c:v>3.6</c:v>
                </c:pt>
                <c:pt idx="44">
                  <c:v>3.8</c:v>
                </c:pt>
                <c:pt idx="45">
                  <c:v>4</c:v>
                </c:pt>
                <c:pt idx="46">
                  <c:v>4.2</c:v>
                </c:pt>
                <c:pt idx="47">
                  <c:v>4.4</c:v>
                </c:pt>
                <c:pt idx="48">
                  <c:v>4.6</c:v>
                </c:pt>
                <c:pt idx="49">
                  <c:v>4.8</c:v>
                </c:pt>
                <c:pt idx="50">
                  <c:v>5</c:v>
                </c:pt>
                <c:pt idx="51">
                  <c:v>5.2</c:v>
                </c:pt>
                <c:pt idx="52">
                  <c:v>5.4</c:v>
                </c:pt>
                <c:pt idx="53">
                  <c:v>5.6</c:v>
                </c:pt>
                <c:pt idx="54">
                  <c:v>5.8</c:v>
                </c:pt>
                <c:pt idx="55">
                  <c:v>6</c:v>
                </c:pt>
              </c:numCache>
            </c:numRef>
          </c:xVal>
          <c:yVal>
            <c:numRef>
              <c:f>'Chart Data'!$H$2:$H$57</c:f>
              <c:numCache>
                <c:formatCode>General</c:formatCode>
                <c:ptCount val="56"/>
                <c:pt idx="0">
                  <c:v>0.0117</c:v>
                </c:pt>
                <c:pt idx="1">
                  <c:v>0.0128</c:v>
                </c:pt>
                <c:pt idx="2">
                  <c:v>0.0142</c:v>
                </c:pt>
                <c:pt idx="3">
                  <c:v>0.0162</c:v>
                </c:pt>
                <c:pt idx="4">
                  <c:v>0.0191</c:v>
                </c:pt>
                <c:pt idx="5">
                  <c:v>0.0234</c:v>
                </c:pt>
                <c:pt idx="6">
                  <c:v>0.0301</c:v>
                </c:pt>
                <c:pt idx="7">
                  <c:v>0.04</c:v>
                </c:pt>
                <c:pt idx="8">
                  <c:v>0.0548</c:v>
                </c:pt>
                <c:pt idx="9">
                  <c:v>0.0759</c:v>
                </c:pt>
                <c:pt idx="10">
                  <c:v>0.1055</c:v>
                </c:pt>
                <c:pt idx="11">
                  <c:v>0.1455</c:v>
                </c:pt>
                <c:pt idx="12">
                  <c:v>0.1975</c:v>
                </c:pt>
                <c:pt idx="13">
                  <c:v>0.2628</c:v>
                </c:pt>
                <c:pt idx="14">
                  <c:v>0.3411</c:v>
                </c:pt>
                <c:pt idx="15">
                  <c:v>0.4313</c:v>
                </c:pt>
                <c:pt idx="16">
                  <c:v>0.5302</c:v>
                </c:pt>
                <c:pt idx="17">
                  <c:v>0.6327</c:v>
                </c:pt>
                <c:pt idx="18">
                  <c:v>0.7332</c:v>
                </c:pt>
                <c:pt idx="19">
                  <c:v>0.8247</c:v>
                </c:pt>
                <c:pt idx="20">
                  <c:v>0.9006</c:v>
                </c:pt>
                <c:pt idx="21">
                  <c:v>0.9557</c:v>
                </c:pt>
                <c:pt idx="22">
                  <c:v>0.9867</c:v>
                </c:pt>
                <c:pt idx="23">
                  <c:v>0.9936</c:v>
                </c:pt>
                <c:pt idx="24">
                  <c:v>0.9793</c:v>
                </c:pt>
                <c:pt idx="25">
                  <c:v>0.9501</c:v>
                </c:pt>
                <c:pt idx="26">
                  <c:v>0.9148</c:v>
                </c:pt>
                <c:pt idx="27">
                  <c:v>0.8838</c:v>
                </c:pt>
                <c:pt idx="28">
                  <c:v>0.8668</c:v>
                </c:pt>
                <c:pt idx="29">
                  <c:v>0.867</c:v>
                </c:pt>
                <c:pt idx="30">
                  <c:v>0.8746</c:v>
                </c:pt>
                <c:pt idx="31">
                  <c:v>0.862</c:v>
                </c:pt>
                <c:pt idx="32">
                  <c:v>0.7998</c:v>
                </c:pt>
                <c:pt idx="33">
                  <c:v>0.6882</c:v>
                </c:pt>
                <c:pt idx="34">
                  <c:v>0.5569</c:v>
                </c:pt>
                <c:pt idx="35">
                  <c:v>0.4353</c:v>
                </c:pt>
                <c:pt idx="36">
                  <c:v>0.3362</c:v>
                </c:pt>
                <c:pt idx="37">
                  <c:v>0.2606</c:v>
                </c:pt>
                <c:pt idx="38">
                  <c:v>0.2045</c:v>
                </c:pt>
                <c:pt idx="39">
                  <c:v>0.163</c:v>
                </c:pt>
                <c:pt idx="40">
                  <c:v>0.1322</c:v>
                </c:pt>
                <c:pt idx="41">
                  <c:v>0.109</c:v>
                </c:pt>
                <c:pt idx="42">
                  <c:v>0.0913</c:v>
                </c:pt>
                <c:pt idx="43">
                  <c:v>0.0775</c:v>
                </c:pt>
                <c:pt idx="44">
                  <c:v>0.0666</c:v>
                </c:pt>
                <c:pt idx="45">
                  <c:v>0.0578</c:v>
                </c:pt>
                <c:pt idx="46">
                  <c:v>0.0507</c:v>
                </c:pt>
                <c:pt idx="47">
                  <c:v>0.0448</c:v>
                </c:pt>
                <c:pt idx="48">
                  <c:v>0.0398</c:v>
                </c:pt>
                <c:pt idx="49">
                  <c:v>0.0356</c:v>
                </c:pt>
                <c:pt idx="50">
                  <c:v>0.0321</c:v>
                </c:pt>
                <c:pt idx="51">
                  <c:v>0.029</c:v>
                </c:pt>
                <c:pt idx="52">
                  <c:v>0.0264</c:v>
                </c:pt>
                <c:pt idx="53">
                  <c:v>0.0241</c:v>
                </c:pt>
                <c:pt idx="54">
                  <c:v>0.022</c:v>
                </c:pt>
                <c:pt idx="55">
                  <c:v>0.0203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интенсивность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3"/>
      </c:valAx>
      <c:valAx>
        <c:axId val="48650112"/>
        <c:scaling>
          <c:orientation val="minMax"/>
          <c:max val="6"/>
          <c:min val="-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координата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оценка площади</c:v>
          </c:tx>
          <c:spPr>
            <a:ln xmlns:a="http://schemas.openxmlformats.org/drawingml/2006/main" w="19050">
              <a:solidFill>
                <a:srgbClr val="4EA8D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EA8DE"/>
              </a:solidFill>
            </c:spPr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'Chart Data'!$B$2:$B$13</c:f>
              <c:numCache>
                <c:formatCode>General</c:formatCode>
                <c:ptCount val="12"/>
                <c:pt idx="0">
                  <c:v>12.1</c:v>
                </c:pt>
                <c:pt idx="1">
                  <c:v>11.8</c:v>
                </c:pt>
                <c:pt idx="2">
                  <c:v>12.4</c:v>
                </c:pt>
                <c:pt idx="3">
                  <c:v>12</c:v>
                </c:pt>
                <c:pt idx="4">
                  <c:v>12.2</c:v>
                </c:pt>
                <c:pt idx="5">
                  <c:v>11.9</c:v>
                </c:pt>
                <c:pt idx="6">
                  <c:v>12.3</c:v>
                </c:pt>
                <c:pt idx="7">
                  <c:v>12.1</c:v>
                </c:pt>
                <c:pt idx="8">
                  <c:v>11.7</c:v>
                </c:pt>
                <c:pt idx="9">
                  <c:v>12.2</c:v>
                </c:pt>
                <c:pt idx="10">
                  <c:v>12</c:v>
                </c:pt>
                <c:pt idx="11">
                  <c:v>12.1</c:v>
                </c:pt>
              </c:numCache>
            </c:numRef>
          </c:yVal>
        </c:ser>
        <c:ser>
          <c:idx val="1"/>
          <c:order val="1"/>
          <c:tx>
            <c:v>среднее</c:v>
          </c:tx>
          <c:spPr>
            <a:ln xmlns:a="http://schemas.openxmlformats.org/drawingml/2006/main" w="28575">
              <a:solidFill>
                <a:srgbClr val="F9C74F"/>
              </a:solidFill>
              <a:prstDash val="dash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1</c:v>
                </c:pt>
                <c:pt idx="1">
                  <c:v>12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12.07</c:v>
                </c:pt>
                <c:pt idx="1">
                  <c:v>12.07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2.7"/>
          <c:min val="11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площадь полосы, усл. ед.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3"/>
      </c:valAx>
      <c:valAx>
        <c:axId val="48650112"/>
        <c:scaling>
          <c:orientation val="minMax"/>
          <c:max val="12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повтор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измерение</c:v>
          </c:tx>
          <c:spPr>
            <a:ln xmlns:a="http://schemas.openxmlformats.org/drawingml/2006/main" w="9525">
              <a:solidFill>
                <a:srgbClr val="607A92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607A92"/>
              </a:solidFill>
            </c:spPr>
          </c:marker>
          <c:xVal>
            <c:numRef>
              <c:f>'Chart Data'!$A$2:$A$26</c:f>
              <c:numCache>
                <c:formatCode>General</c:formatCode>
                <c:ptCount val="25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</c:numCache>
            </c:numRef>
          </c:xVal>
          <c:yVal>
            <c:numRef>
              <c:f>'Chart Data'!$B$2:$B$26</c:f>
              <c:numCache>
                <c:formatCode>General</c:formatCode>
                <c:ptCount val="25"/>
                <c:pt idx="0">
                  <c:v>0</c:v>
                </c:pt>
                <c:pt idx="1">
                  <c:v>1.521</c:v>
                </c:pt>
                <c:pt idx="2">
                  <c:v>2.534</c:v>
                </c:pt>
                <c:pt idx="3">
                  <c:v>3.417</c:v>
                </c:pt>
                <c:pt idx="4">
                  <c:v>4.386</c:v>
                </c:pt>
                <c:pt idx="5">
                  <c:v>5.085</c:v>
                </c:pt>
                <c:pt idx="6">
                  <c:v>5.454</c:v>
                </c:pt>
                <c:pt idx="7">
                  <c:v>5.919</c:v>
                </c:pt>
                <c:pt idx="8">
                  <c:v>6.473</c:v>
                </c:pt>
                <c:pt idx="9">
                  <c:v>6.731</c:v>
                </c:pt>
                <c:pt idx="10">
                  <c:v>6.827</c:v>
                </c:pt>
                <c:pt idx="11">
                  <c:v>7.14</c:v>
                </c:pt>
                <c:pt idx="12">
                  <c:v>7.456</c:v>
                </c:pt>
                <c:pt idx="13">
                  <c:v>7.47</c:v>
                </c:pt>
                <c:pt idx="14">
                  <c:v>7.489</c:v>
                </c:pt>
                <c:pt idx="15">
                  <c:v>7.751</c:v>
                </c:pt>
                <c:pt idx="16">
                  <c:v>7.897</c:v>
                </c:pt>
                <c:pt idx="17">
                  <c:v>7.791</c:v>
                </c:pt>
                <c:pt idx="18">
                  <c:v>7.832</c:v>
                </c:pt>
                <c:pt idx="19">
                  <c:v>8.06</c:v>
                </c:pt>
                <c:pt idx="20">
                  <c:v>8.071</c:v>
                </c:pt>
                <c:pt idx="21">
                  <c:v>7.931</c:v>
                </c:pt>
                <c:pt idx="22">
                  <c:v>8.032</c:v>
                </c:pt>
                <c:pt idx="23">
                  <c:v>8.208</c:v>
                </c:pt>
                <c:pt idx="24">
                  <c:v>8.114</c:v>
                </c:pt>
              </c:numCache>
            </c:numRef>
          </c:yVal>
        </c:ser>
        <c:ser>
          <c:idx val="1"/>
          <c:order val="1"/>
          <c:tx>
            <c:v>аппроксимация</c:v>
          </c:tx>
          <c:spPr>
            <a:ln xmlns:a="http://schemas.openxmlformats.org/drawingml/2006/main" w="38100">
              <a:solidFill>
                <a:srgbClr val="F9C74F"/>
              </a:solidFill>
              <a:prstDash val="solid"/>
            </a:ln>
          </c:spPr>
          <c:marker>
            <c:symbol val="none"/>
          </c:marker>
          <c:xVal>
            <c:numRef>
              <c:f>'Chart Data'!$C$2:$C$26</c:f>
              <c:numCache>
                <c:formatCode>General</c:formatCode>
                <c:ptCount val="25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</c:numCache>
            </c:numRef>
          </c:xVal>
          <c:yVal>
            <c:numRef>
              <c:f>'Chart Data'!$D$2:$D$26</c:f>
              <c:numCache>
                <c:formatCode>General</c:formatCode>
                <c:ptCount val="25"/>
                <c:pt idx="0">
                  <c:v>0</c:v>
                </c:pt>
                <c:pt idx="1">
                  <c:v>1.402</c:v>
                </c:pt>
                <c:pt idx="2">
                  <c:v>2.564</c:v>
                </c:pt>
                <c:pt idx="3">
                  <c:v>3.528</c:v>
                </c:pt>
                <c:pt idx="4">
                  <c:v>4.327</c:v>
                </c:pt>
                <c:pt idx="5">
                  <c:v>4.989</c:v>
                </c:pt>
                <c:pt idx="6">
                  <c:v>5.538</c:v>
                </c:pt>
                <c:pt idx="7">
                  <c:v>5.993</c:v>
                </c:pt>
                <c:pt idx="8">
                  <c:v>6.37</c:v>
                </c:pt>
                <c:pt idx="9">
                  <c:v>6.683</c:v>
                </c:pt>
                <c:pt idx="10">
                  <c:v>6.942</c:v>
                </c:pt>
                <c:pt idx="11">
                  <c:v>7.157</c:v>
                </c:pt>
                <c:pt idx="12">
                  <c:v>7.336</c:v>
                </c:pt>
                <c:pt idx="13">
                  <c:v>7.483</c:v>
                </c:pt>
                <c:pt idx="14">
                  <c:v>7.606</c:v>
                </c:pt>
                <c:pt idx="15">
                  <c:v>7.708</c:v>
                </c:pt>
                <c:pt idx="16">
                  <c:v>7.792</c:v>
                </c:pt>
                <c:pt idx="17">
                  <c:v>7.862</c:v>
                </c:pt>
                <c:pt idx="18">
                  <c:v>7.919</c:v>
                </c:pt>
                <c:pt idx="19">
                  <c:v>7.967</c:v>
                </c:pt>
                <c:pt idx="20">
                  <c:v>8.007</c:v>
                </c:pt>
                <c:pt idx="21">
                  <c:v>8.04</c:v>
                </c:pt>
                <c:pt idx="22">
                  <c:v>8.067</c:v>
                </c:pt>
                <c:pt idx="23">
                  <c:v>8.09</c:v>
                </c:pt>
                <c:pt idx="24">
                  <c:v>8.109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отклик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время, мин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вязкость</c:v>
          </c:tx>
          <c:spPr>
            <a:ln xmlns:a="http://schemas.openxmlformats.org/drawingml/2006/main" w="38100">
              <a:solidFill>
                <a:srgbClr val="C4A7FF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4A7FF"/>
              </a:solidFill>
            </c:spPr>
          </c:marker>
          <c:xVal>
            <c:numRef>
              <c:f>'Chart Data'!$A$2:$A$11</c:f>
              <c:numCache>
                <c:formatCode>General</c:formatCode>
                <c:ptCount val="10"/>
                <c:pt idx="0">
                  <c:v>0.1</c:v>
                </c:pt>
                <c:pt idx="1">
                  <c:v>0.2</c:v>
                </c:pt>
                <c:pt idx="2">
                  <c:v>0.5</c:v>
                </c:pt>
                <c:pt idx="3">
                  <c:v>1</c:v>
                </c:pt>
                <c:pt idx="4">
                  <c:v>2</c:v>
                </c:pt>
                <c:pt idx="5">
                  <c:v>5</c:v>
                </c:pt>
                <c:pt idx="6">
                  <c:v>10</c:v>
                </c:pt>
                <c:pt idx="7">
                  <c:v>20</c:v>
                </c:pt>
                <c:pt idx="8">
                  <c:v>50</c:v>
                </c:pt>
                <c:pt idx="9">
                  <c:v>100</c:v>
                </c:pt>
              </c:numCache>
            </c:numRef>
          </c:xVal>
          <c:yVal>
            <c:numRef>
              <c:f>'Chart Data'!$B$2:$B$11</c:f>
              <c:numCache>
                <c:formatCode>General</c:formatCode>
                <c:ptCount val="10"/>
                <c:pt idx="0">
                  <c:v>30.629</c:v>
                </c:pt>
                <c:pt idx="1">
                  <c:v>24.781</c:v>
                </c:pt>
                <c:pt idx="2">
                  <c:v>17.949</c:v>
                </c:pt>
                <c:pt idx="3">
                  <c:v>13.759</c:v>
                </c:pt>
                <c:pt idx="4">
                  <c:v>10.816</c:v>
                </c:pt>
                <c:pt idx="5">
                  <c:v>8.143</c:v>
                </c:pt>
                <c:pt idx="6">
                  <c:v>6.559</c:v>
                </c:pt>
                <c:pt idx="7">
                  <c:v>5.096</c:v>
                </c:pt>
                <c:pt idx="8">
                  <c:v>3.626</c:v>
                </c:pt>
                <c:pt idx="9">
                  <c:v>2.869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вязкость, Па·с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8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скорость сдвига, с⁻¹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G′</c:v>
          </c:tx>
          <c:spPr>
            <a:ln xmlns:a="http://schemas.openxmlformats.org/drawingml/2006/main" w="38100">
              <a:solidFill>
                <a:srgbClr val="80ED9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80ED99"/>
              </a:solidFill>
            </c:spPr>
          </c:marker>
          <c:xVal>
            <c:numRef>
              <c:f>'Chart Data'!$A$2:$A$11</c:f>
              <c:numCache>
                <c:formatCode>General</c:formatCode>
                <c:ptCount val="10"/>
                <c:pt idx="0">
                  <c:v>0.1</c:v>
                </c:pt>
                <c:pt idx="1">
                  <c:v>0.2</c:v>
                </c:pt>
                <c:pt idx="2">
                  <c:v>0.5</c:v>
                </c:pt>
                <c:pt idx="3">
                  <c:v>1</c:v>
                </c:pt>
                <c:pt idx="4">
                  <c:v>2</c:v>
                </c:pt>
                <c:pt idx="5">
                  <c:v>5</c:v>
                </c:pt>
                <c:pt idx="6">
                  <c:v>10</c:v>
                </c:pt>
                <c:pt idx="7">
                  <c:v>20</c:v>
                </c:pt>
                <c:pt idx="8">
                  <c:v>50</c:v>
                </c:pt>
                <c:pt idx="9">
                  <c:v>100</c:v>
                </c:pt>
              </c:numCache>
            </c:numRef>
          </c:xVal>
          <c:yVal>
            <c:numRef>
              <c:f>'Chart Data'!$B$2:$B$11</c:f>
              <c:numCache>
                <c:formatCode>General</c:formatCode>
                <c:ptCount val="10"/>
                <c:pt idx="0">
                  <c:v>28.79</c:v>
                </c:pt>
                <c:pt idx="1">
                  <c:v>44.24</c:v>
                </c:pt>
                <c:pt idx="2">
                  <c:v>78.08</c:v>
                </c:pt>
                <c:pt idx="3">
                  <c:v>120</c:v>
                </c:pt>
                <c:pt idx="4">
                  <c:v>184.43</c:v>
                </c:pt>
                <c:pt idx="5">
                  <c:v>325.49</c:v>
                </c:pt>
                <c:pt idx="6">
                  <c:v>500.24</c:v>
                </c:pt>
                <c:pt idx="7">
                  <c:v>768.81</c:v>
                </c:pt>
                <c:pt idx="8">
                  <c:v>1356.88</c:v>
                </c:pt>
                <c:pt idx="9">
                  <c:v>2085.36</c:v>
                </c:pt>
              </c:numCache>
            </c:numRef>
          </c:yVal>
        </c:ser>
        <c:ser>
          <c:idx val="1"/>
          <c:order val="1"/>
          <c:tx>
            <c:v>G″</c:v>
          </c:tx>
          <c:spPr>
            <a:ln xmlns:a="http://schemas.openxmlformats.org/drawingml/2006/main" w="38100">
              <a:solidFill>
                <a:srgbClr val="FF7B7B"/>
              </a:solidFill>
              <a:prstDash val="solid"/>
            </a:ln>
          </c:spPr>
          <c:marker>
            <c:symbol val="diamond"/>
            <c:size val="7"/>
            <c:spPr>
              <a:solidFill xmlns:a="http://schemas.openxmlformats.org/drawingml/2006/main">
                <a:srgbClr val="FF7B7B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0.1</c:v>
                </c:pt>
                <c:pt idx="1">
                  <c:v>0.2</c:v>
                </c:pt>
                <c:pt idx="2">
                  <c:v>0.5</c:v>
                </c:pt>
                <c:pt idx="3">
                  <c:v>1</c:v>
                </c:pt>
                <c:pt idx="4">
                  <c:v>2</c:v>
                </c:pt>
                <c:pt idx="5">
                  <c:v>5</c:v>
                </c:pt>
                <c:pt idx="6">
                  <c:v>10</c:v>
                </c:pt>
                <c:pt idx="7">
                  <c:v>20</c:v>
                </c:pt>
                <c:pt idx="8">
                  <c:v>50</c:v>
                </c:pt>
                <c:pt idx="9">
                  <c:v>100</c:v>
                </c:pt>
              </c:numCache>
            </c:numRef>
          </c:xVal>
          <c:yVal>
            <c:numRef>
              <c:f>'Chart Data'!$D$2:$D$11</c:f>
              <c:numCache>
                <c:formatCode>General</c:formatCode>
                <c:ptCount val="10"/>
                <c:pt idx="0">
                  <c:v>157.44</c:v>
                </c:pt>
                <c:pt idx="1">
                  <c:v>191.17</c:v>
                </c:pt>
                <c:pt idx="2">
                  <c:v>247.08</c:v>
                </c:pt>
                <c:pt idx="3">
                  <c:v>300</c:v>
                </c:pt>
                <c:pt idx="4">
                  <c:v>364.26</c:v>
                </c:pt>
                <c:pt idx="5">
                  <c:v>470.8</c:v>
                </c:pt>
                <c:pt idx="6">
                  <c:v>571.64</c:v>
                </c:pt>
                <c:pt idx="7">
                  <c:v>694.08</c:v>
                </c:pt>
                <c:pt idx="8">
                  <c:v>897.08</c:v>
                </c:pt>
                <c:pt idx="9">
                  <c:v>1089.23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модуль, Па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0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угловая частота, рад/с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положение пика</c:v>
          </c:tx>
          <c:spPr>
            <a:solidFill xmlns:a="http://schemas.openxmlformats.org/drawingml/2006/main">
              <a:srgbClr val="4EA8DE"/>
            </a:solidFill>
          </c:spPr>
          <c:cat>
            <c:numRef>
              <c:f>'Chart Data'!$A$2:$A$13</c:f>
              <c:numCache>
                <c:formatCode>General</c:formatCode>
                <c:ptCount val="12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Data'!$B$2:$B$13</c:f>
              <c:numCache>
                <c:formatCode>0.0</c:formatCode>
                <c:ptCount val="12"/>
                <c:pt idx="0">
                  <c:v>1000</c:v>
                </c:pt>
                <c:pt idx="1">
                  <c:v>999.9</c:v>
                </c:pt>
                <c:pt idx="2">
                  <c:v>1000.1</c:v>
                </c:pt>
                <c:pt idx="3">
                  <c:v>1000</c:v>
                </c:pt>
                <c:pt idx="4">
                  <c:v>1000.2</c:v>
                </c:pt>
                <c:pt idx="5">
                  <c:v>1000.1</c:v>
                </c:pt>
                <c:pt idx="6">
                  <c:v>1000.3</c:v>
                </c:pt>
                <c:pt idx="7">
                  <c:v>1000.4</c:v>
                </c:pt>
                <c:pt idx="8">
                  <c:v>1000.5</c:v>
                </c:pt>
                <c:pt idx="9">
                  <c:v>1000.6</c:v>
                </c:pt>
                <c:pt idx="10">
                  <c:v>1002.1</c:v>
                </c:pt>
                <c:pt idx="11">
                  <c:v>1000.7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3"/>
          <c:min val="999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позиция пика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FA02D-E77E-41B8-9C9E-3E33CDE7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0CDF6-A9B5-476C-BB14-F730AC5A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F8A00-D60B-464B-9C40-2EFE9756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СПЕКТРЫ И КРИВЫЕ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12DD5-F54C-4D7E-BCEE-FDEB86D8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6381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Спектры и</a:t>
            </a:r>
          </a:p>
          <a:p xmlns:a="http://schemas.openxmlformats.org/drawingml/2006/main">
            <a:pPr algn="l">
              <a:defRPr sz="42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экспериментальные</a:t>
            </a:r>
          </a:p>
          <a:p xmlns:a="http://schemas.openxmlformats.org/drawingml/2006/main">
            <a:pPr algn="l">
              <a:defRPr sz="42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кривые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75093-B3FA-41A5-A291-E7B75125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От калибровки до воспроизводимой серии измерений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067550" y="1200150"/>
          <a:ext xmlns:a="http://schemas.openxmlformats.org/drawingml/2006/main" cx="43624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c7859137a244b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0FB87-1F72-4AEF-B8FF-44CDEE9E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Лекция · 28 слайдов</a:t>
            </a:r>
          </a:p>
        </p:txBody>
      </p:sp>
    </p:spTree>
    <p:extLst>
      <p:ext uri="{BB962C8B-B14F-4D97-AF65-F5344CB8AC3E}">
        <p14:creationId xmlns:p14="http://schemas.microsoft.com/office/powerpoint/2010/main" val="2127493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D753A1-DE45-4CE6-B236-73660A0B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C293A-BB25-4BC4-BB9C-09055A8C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D9B3F-D09E-4D3C-92A3-90E97657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ОБЩИЙ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CBF43-75F4-47A3-9BAD-631A5DB7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ПЯТЬ СТАДИЙ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CE705-9744-4114-83AC-19846020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Единый workflow обработки измерений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2D4EE-8DA7-4BF1-B736-C4E8203A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8EB98-6CEB-43DD-9F8E-E3F315DE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Калибровка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06925-0FC4-4ED9-82B8-78244EF8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35A5F-456E-444E-9370-D9E9C979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76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51753-25A3-4C8F-96DB-722C0F60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716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B9A2D-F460-4321-92D2-E6CDD0E9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955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Предобработка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5861B-C06F-409C-94B1-1665D8B9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909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243DB-1C25-4684-907B-3DB849B8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76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131C1-E291-46EC-BF25-8CA51FA7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716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16DCC-1386-4BAF-A54B-98D8EBBA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Признаки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60F4D-BBC4-4440-83A4-08992612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909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B1827-D3ED-4C47-BD62-22DC72EE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E14FE5-9CCF-44D0-9FA1-BE5EF55D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716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EEAB9E-FA5F-401C-AB9F-0FF0313C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955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Контроль качества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91128-1A23-4B41-8A7F-F851549F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909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0C7D81-FFEF-4AE9-9A36-249AFC48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76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D15BA1-A007-4FDC-AD83-320A47CA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716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D3B55C-D0C5-4D74-ADDD-CDFBF144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955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Неопределённость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D998EB-6262-46F2-AD92-523FE084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909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529A11-576B-491F-ACE4-123B2DCF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Каждая стадия меняет не только вид данных, но и итоговую неопределённость признаков.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537E4B-C8EE-4AA5-87F7-6217E7F9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48300"/>
            <a:ext cx="7239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EAEFFC-E4BB-45CA-BF61-2574E9EB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48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Параметры обработки фиксируют до сравнения образцов</a:t>
            </a:r>
          </a:p>
        </p:txBody>
      </p:sp>
    </p:spTree>
    <p:extLst>
      <p:ext uri="{BB962C8B-B14F-4D97-AF65-F5344CB8AC3E}">
        <p14:creationId xmlns:p14="http://schemas.microsoft.com/office/powerpoint/2010/main" val="8806343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7EA3A-BF78-41B0-AD70-8B120580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79215-B5B3-4021-AF93-4FB76F8C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AF190-2641-4158-9FFC-2FAA72DE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КАЛИБРОВКА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4096B-3647-488D-AA2F-C001A95F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ДО ПРЕДОБРАБОТКИ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4D09B-DEA3-4EB2-9B24-2454E333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Калибровка оси и интенсивности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6667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001cabb00045b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A5EE9-EA3B-4D0E-BE64-AB9F35CB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19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Ось 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7A52B-F45A-482C-9DE0-74592AC4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098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Эталонные линии связывают отсчёт прибора с длиной волны, частотой, временем или деформацией.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CD9C1-9BC1-4847-914A-615E6392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Ось 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FE7D9-48CF-4AD0-ABC4-8F9EFFAD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Темновой сигнал, холостой опыт и стандарт задают ноль, чувствительность и рабочий диапазон.</a:t>
            </a:r>
          </a:p>
        </p:txBody>
      </p:sp>
    </p:spTree>
    <p:extLst>
      <p:ext uri="{BB962C8B-B14F-4D97-AF65-F5344CB8AC3E}">
        <p14:creationId xmlns:p14="http://schemas.microsoft.com/office/powerpoint/2010/main" val="18611264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86284-076D-43FC-ABC1-228E4C97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34D42-BC34-40D6-96CA-7BE662AF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49F52-0EEE-4DE2-9175-6E156BFB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КАЛИБРОВКА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FB681-B3B1-4A6A-9CA7-9D87D3D4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МИНИМАЛЬНАЯ СТРУКТУРА ФАЙЛА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E8D7E-CB22-4A28-8F43-23532C71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Данные и метаданные измерения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38200" y="150495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3000"/>
                <a:gridCol w="2413000"/>
                <a:gridCol w="2413000"/>
              </a:tblGrid>
              <a:tr h="619125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Поле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Пример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Зачем хранить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</a:tr>
              <a:tr h="619125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см⁻¹, с, с⁻¹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физическая координата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619125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интенсивность, G′, η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измеряемый отклик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  <a:tr h="619125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единицы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мВт, °C, мм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сопоставимость серий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619125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режим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экспозиция, геометрия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воспроизводимость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  <a:tr h="619125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образец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ID, партия, повтор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группировка и аудит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214C1-50A4-410C-BA7C-4CCE64DB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19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Проверки при чтении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C826F-1B6F-4A27-9C80-AA33C356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381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монотонность x</a:t>
            </a:r>
          </a:p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единицы и десятичный разделитель</a:t>
            </a:r>
          </a:p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пропуски и насыщение</a:t>
            </a:r>
          </a:p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дубликаты точек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AC507-3E6E-40B9-89BD-1DFE1537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24450"/>
            <a:ext cx="29527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17ED4-3A90-426B-8543-204A7D2A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244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Имя файла не заменяет метаданные</a:t>
            </a:r>
          </a:p>
        </p:txBody>
      </p:sp>
    </p:spTree>
    <p:extLst>
      <p:ext uri="{BB962C8B-B14F-4D97-AF65-F5344CB8AC3E}">
        <p14:creationId xmlns:p14="http://schemas.microsoft.com/office/powerpoint/2010/main" val="21288499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49B937-8FE0-4375-8616-9134C29A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8C20B-28D3-433B-ADC7-E77B6396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2DBDB-288A-4F6B-A216-82D6D076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ОБЩИЙ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ECA5B-47B7-4357-9470-22AEEB34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ДО ОБРАБОТКИ СЕРИИ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56020-B636-4122-92D6-CC5F70F9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Контроль качества и неопределённость планируют заранее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43F4E-5105-45B5-A58B-974ECA35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72CFF-F6ED-465E-A71C-7BADF558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Калибровка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45FC2-FD2C-4C06-B58B-DC535D08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2C397-EA71-4888-9431-133905FC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76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CEACD-757E-4B3D-8578-60E35619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716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75CE4-66BE-4C99-9167-FB410148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955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Предобработка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8C959-1810-4DF5-AD01-E5EE9412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909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B0890-1622-4564-A471-2432E784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76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71999-3CEA-40AF-BEB1-879C35FF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716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761DB-BBAE-4A0F-8336-BC782EE2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Признаки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A6D0C-785E-495E-8CC2-01146E92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909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4AAD5-85D7-4D00-AF47-927C752F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76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2DB7D-B307-4F85-A144-63795DBC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716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17F4E-16F8-4CF9-870F-CFDCD5A3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955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Контроль качества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BD7AB1-7416-4E98-A5F3-A7C26F38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909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4090D6-36BC-4F26-90E3-3A88CE14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76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A9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D22C7B-6B9D-433F-9327-BCD1150F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71650"/>
            <a:ext cx="60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CDBEF-5B61-40CD-9ACF-D9E7C7D4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955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Неопределённость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35118-4766-4596-BF63-28853072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90900"/>
            <a:ext cx="1771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43985F-6F62-4224-96E4-7779A8CB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Контроль качества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97BF4A-30DF-40B2-92A7-4C686FE9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48200"/>
            <a:ext cx="400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9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стандарт и холостой опыт</a:t>
            </a:r>
          </a:p>
          <a:p xmlns:a="http://schemas.openxmlformats.org/drawingml/2006/main">
            <a:pPr marL="279400" indent="-139700">
              <a:spcAft>
                <a:spcPts val="9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границы насыщения</a:t>
            </a:r>
          </a:p>
          <a:p xmlns:a="http://schemas.openxmlformats.org/drawingml/2006/main">
            <a:pPr marL="279400" indent="-139700">
              <a:spcAft>
                <a:spcPts val="9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остатки модели</a:t>
            </a:r>
          </a:p>
          <a:p xmlns:a="http://schemas.openxmlformats.org/drawingml/2006/main">
            <a:pPr marL="279400" indent="-139700">
              <a:spcAft>
                <a:spcPts val="9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правила отклонения файла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F2A50E-16D7-4194-819D-06A7DEFC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Неопределённость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A24CDA-A4FF-4EBC-B735-15F2880F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9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повторяемость измерения</a:t>
            </a:r>
          </a:p>
          <a:p xmlns:a="http://schemas.openxmlformats.org/drawingml/2006/main">
            <a:pPr marL="279400" indent="-139700">
              <a:spcAft>
                <a:spcPts val="9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чувствительность к параметрам</a:t>
            </a:r>
          </a:p>
          <a:p xmlns:a="http://schemas.openxmlformats.org/drawingml/2006/main">
            <a:pPr marL="279400" indent="-139700">
              <a:spcAft>
                <a:spcPts val="9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ковариация аппроксимации</a:t>
            </a:r>
          </a:p>
          <a:p xmlns:a="http://schemas.openxmlformats.org/drawingml/2006/main">
            <a:pPr marL="279400" indent="-139700">
              <a:spcAft>
                <a:spcPts val="9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вариация между образцами</a:t>
            </a:r>
          </a:p>
        </p:txBody>
      </p:sp>
    </p:spTree>
    <p:extLst>
      <p:ext uri="{BB962C8B-B14F-4D97-AF65-F5344CB8AC3E}">
        <p14:creationId xmlns:p14="http://schemas.microsoft.com/office/powerpoint/2010/main" val="16437741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48265-6D28-4BC7-A4A0-67959B7E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D0910-F501-4BB4-AD9A-ACBDF78B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557A6-DF58-4022-B0E3-56107D30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1B3F3-7894-438E-AAEC-29710B7C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79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FDE1B-4B8F-4C5C-AAE9-0A67D895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954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Предобработка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B5325-FC6D-45B2-9540-AB508E93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Фон, шум и сохранение формы сигнала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5BBBF-F8EF-4758-B0A3-DE2FF484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71950"/>
            <a:ext cx="590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357325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0A691-78CD-46A0-9110-0A0B8734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EE1D0-8057-4026-AC37-5626087C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62A4B-2E42-4807-B36D-976D0F23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КОРРЕКЦИЯ ФОНА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D2956-3F51-4AE3-A12B-F3170D99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БАЗОВАЯ ЛИНИЯ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46902-6F72-4FC8-BB7C-CBC5446E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Фон смещает высоту и площадь пиков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140970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6eaf3dff9149b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B8993-BE87-4272-8242-2156CE61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Фон описывает медленную составляющую, а не нижнюю огибающую любой ценой.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0CFCA-8518-4FE0-A8C1-26AA83E0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8615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проверять края диапазона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 вычитать широкую полосу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хранить оценённый фон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67E7F-B84B-4B03-9C4F-30C2EC3B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2385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A0640-1D76-4D44-9B29-E78D6D89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Ошибка фона переходит в площадь полосы</a:t>
            </a:r>
          </a:p>
        </p:txBody>
      </p:sp>
    </p:spTree>
    <p:extLst>
      <p:ext uri="{BB962C8B-B14F-4D97-AF65-F5344CB8AC3E}">
        <p14:creationId xmlns:p14="http://schemas.microsoft.com/office/powerpoint/2010/main" val="19666707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4658E-2EFF-47B4-B3CC-ADA8FDC7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692B4-4181-4C7A-BFB2-ED7CD0B9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8A16D-3664-4078-9BF6-CF6A9349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КОРРЕКЦИЯ ФОНА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BA3EC-97E8-4768-9AA9-B9012020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СРАВНЕНИЕ ОЦЕНОК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CA8CF-19C2-40F2-886E-41AC8927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Метод фона выбирают по форме и плотности пиков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28650" y="144780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71960d1e584cb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0F29C-27EC-47FE-86F7-4DD5B3DF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621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Полином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CCA1B-E6E3-4EC7-92F6-E39226DD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5740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Подходит при простой форме фона и надёжных опорных участках.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E8B26-94ED-4BCD-A4C2-FDF360E6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318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AsLS и родственные методы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77C4F-B01D-4C0E-886A-D6D0B4D8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67150"/>
            <a:ext cx="2705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Полезны при широких диапазонах и плотных пиках, но требуют проверки параметров.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8153BE-70B9-4DC8-951A-8411011C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2385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2232E-58CC-4A21-B065-2970A111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Один алгоритм не подходит всем сериям</a:t>
            </a:r>
          </a:p>
        </p:txBody>
      </p:sp>
    </p:spTree>
    <p:extLst>
      <p:ext uri="{BB962C8B-B14F-4D97-AF65-F5344CB8AC3E}">
        <p14:creationId xmlns:p14="http://schemas.microsoft.com/office/powerpoint/2010/main" val="16675359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2003C-F5D7-486C-9C53-54F2E0E4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9048C-DF7F-4467-A808-1CF0D4D4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0FD44-2BB0-469C-8055-FCD9FAE1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КОРРЕКЦИЯ ФОНА ·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CC57B-D90F-48FA-8812-6AD91230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СОХРАНЯЕТСЯ И ФОН, И ИСПРАВЛЕННЫЙ СИГНАЛ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D5054-CAA4-405E-9CF0-64F3F59C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Python: оценка фона с pybaselines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E65E0-E4EC-4C47-B8B2-489A4AAD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7505700" cy="4305300"/>
          </a:xfrm>
          <a:prstGeom xmlns:a="http://schemas.openxmlformats.org/drawingml/2006/main" prst="roundRect">
            <a:avLst>
              <a:gd name="adj" fmla="val 3097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  <p:txBody>
          <a:bodyPr xmlns:a="http://schemas.openxmlformats.org/drawingml/2006/main" wrap="none" lIns="190500" tIns="171450" rIns="190500" bIns="1333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pandas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pd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from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pybaselines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Baseline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df = pd.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read_csv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'spectrum.csv'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x = df[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'x'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].to_numpy()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y = df[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'intensity'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].to_numpy()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fitter = Baseline(x_data=x)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baseline, info = fitter.asls(y, lam=1e6, p=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0.01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df[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'baseline'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] = baseline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df[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'corrected'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] = y - baseline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df.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to_csv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'spectrum_processed.csv'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index=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False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0C019-0FE2-4723-AEDF-FB3DD21D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954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Параметры фиксируют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42E2B-0540-4447-8E48-0287AC0D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на общей серии стандартов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до сравнения групп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с проверкой краёв и широких полос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B445F-2B16-4892-8DBC-5EA8D623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29200"/>
            <a:ext cx="30289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3980F-D0DA-4AB1-BCF9-594275B7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29200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Файл результата должен хранить параметры метода</a:t>
            </a:r>
          </a:p>
        </p:txBody>
      </p:sp>
    </p:spTree>
    <p:extLst>
      <p:ext uri="{BB962C8B-B14F-4D97-AF65-F5344CB8AC3E}">
        <p14:creationId xmlns:p14="http://schemas.microsoft.com/office/powerpoint/2010/main" val="15156338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813D6-499A-45C0-9786-24091F7C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F7C47-03A1-4C24-A9B7-A016509C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A3C8F-8392-40B6-8B24-5D7E4A80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СГЛАЖИВАНИЕ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1536C-4C6B-424A-8B80-E8861405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КОНТРОЛИРУЕМОЕ ИСКАЖЕНИЕ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13AE3-9755-41C5-BCA2-EB81C72E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Сглаживание снижает шум, но может менять пик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40970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61f7a819d5462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ED0EC-C163-4C81-B41C-105DEB85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Проверяют после сглаживания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287EB-EC4F-400C-8CA9-C594CE7F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238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смещение максимума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изменение FWHM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сохранение площади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новые ложные экстремумы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7AA67-9D49-40BF-8C32-7DB3432B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2385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240B9-BE2F-4E5D-B6E5-B2DC178F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Окно выбирают в единицах ширины признака</a:t>
            </a:r>
          </a:p>
        </p:txBody>
      </p:sp>
    </p:spTree>
    <p:extLst>
      <p:ext uri="{BB962C8B-B14F-4D97-AF65-F5344CB8AC3E}">
        <p14:creationId xmlns:p14="http://schemas.microsoft.com/office/powerpoint/2010/main" val="253059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096F3-12D9-4606-9526-96EB5F8C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6A7AD-FC1E-4E5D-B78F-E158E817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B954E-5A2D-45F0-A8CF-1B79FDC2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СГЛАЖИВАНИЕ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B522A-D2D2-4725-89E0-527C9A06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SAVITZKY–GOLAY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D3B7F-B92A-4B20-A55D-F73498B7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Ширина окна оценивается относительно полосы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685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9ff945ff3849e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1F445-D9DA-4FE2-A103-E1642485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19250"/>
            <a:ext cx="3238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C3206-48B6-4CD9-B3ED-DA010DDD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1925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polyorder &lt; window_length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D63BA-2C75-417C-877E-391541A1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Практическая проверка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35D88-AD10-4422-94EA-E020B8B9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2800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Выбрать диапазон окон и оценить стабильность максимума, ширины и площади на стандарте.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CB222-B6EA-4000-8912-54D2195A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19700"/>
            <a:ext cx="321945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A6971-3C38-4253-8D75-9B182616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19700"/>
            <a:ext cx="321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Минимум шума не равен минимуму искажения</a:t>
            </a:r>
          </a:p>
        </p:txBody>
      </p:sp>
    </p:spTree>
    <p:extLst>
      <p:ext uri="{BB962C8B-B14F-4D97-AF65-F5344CB8AC3E}">
        <p14:creationId xmlns:p14="http://schemas.microsoft.com/office/powerpoint/2010/main" val="16103836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F1EF1-E4BA-4965-AD5C-0DCF7D50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F6A4D-B65B-4709-B754-BC6CC8F3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CE20B-BAF1-4AB1-8C8B-4EA6C00D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КОНТРОЛЬ КАЧЕСТВА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8DC34-E4ED-4A55-9C50-CD3DFE25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ДО И ПОСЛЕ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76E2E-FEDC-453F-B126-4FB95F8C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Предобработка проверяется по устойчивости признаков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6858000" cy="3962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3e2959e732480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9CB7D-A39D-48F3-8EAB-DCE3D100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Критерии приёмки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3A733-CA85-470D-B640-A655A5EC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нет насыщения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фон не пересекает сигнал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ширина и площадь в допуске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остаток без систематической формы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9A331-4696-4755-B719-C4441DDA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19700"/>
            <a:ext cx="35433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27FCD-061C-4FBC-947C-C9C59DB4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19700"/>
            <a:ext cx="354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Допуски задают на стандартах, а не после анализа образцов</a:t>
            </a:r>
          </a:p>
        </p:txBody>
      </p:sp>
    </p:spTree>
    <p:extLst>
      <p:ext uri="{BB962C8B-B14F-4D97-AF65-F5344CB8AC3E}">
        <p14:creationId xmlns:p14="http://schemas.microsoft.com/office/powerpoint/2010/main" val="15510766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49AAD-9D82-40D8-BE8C-49E459E7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52274-91B6-444C-A928-E8B41F93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7FF62-6342-46EC-9B85-8EF0F426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129BA-DDB4-4AFE-BCA0-8CFCA6C0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79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07E6F-5810-44D3-8C1F-0A80250D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954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Пики и полосы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EA430-0112-4A5B-8D84-FDDD392A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Положение, ширина, площадь и модель формы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2275E-2F26-410C-BB37-4276BE48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71950"/>
            <a:ext cx="590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98050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413FC-FEE6-45EA-9D47-6AFD187B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AACE7-A124-42E6-BEF7-6204C2BD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1068C-C207-4483-B559-2F49C627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ПОИСК ПИКОВ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6614E-D8C9-4DD0-9743-BD1D0EC3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КРИТЕРИИ ДЕТЕКТОРА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0DAFF-F5C1-49E7-B860-7213BEC7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Пики ищут по высоте, prominence и расстоянию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40970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ecde8493ef45f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B0B15-DC0D-4732-85BE-3CC27A8A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57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Параметры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582A1-A08D-4257-B0FB-CE5CE06F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height ограничивает абсолютную высоту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prominence отделяет пик от локального фона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distance подавляет повторные срабатывания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width исключает слишком узкие выбросы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A4C96-8B30-406B-BC46-EB4B6BFA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385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4DCCC-AFB7-4065-B9EE-7D41A9EA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Настройки проверяют на размеченной подвыборке</a:t>
            </a:r>
          </a:p>
        </p:txBody>
      </p:sp>
    </p:spTree>
    <p:extLst>
      <p:ext uri="{BB962C8B-B14F-4D97-AF65-F5344CB8AC3E}">
        <p14:creationId xmlns:p14="http://schemas.microsoft.com/office/powerpoint/2010/main" val="13203389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C48DB-0CE3-4C9F-9935-44C91B3A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284DD-C9FD-41FD-9C66-49FBA2D9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4F10E-B816-4886-88F9-F9782D06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ХАРАКТЕРИСТИКИ ПИКА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6F40F-1C25-4EDC-AD71-58A38932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ПОСЛЕ КОРРЕКЦИИ ФОНА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CF823-93DF-4DE4-ABBB-6F9B615C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FWHM измеряет ширину на половине высоты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04850" y="1409700"/>
          <a:ext xmlns:a="http://schemas.openxmlformats.org/drawingml/2006/main" cx="70866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2e29d6f0194ce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BDA52-8B8E-4091-BA30-5C7003E0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57350"/>
            <a:ext cx="31051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8C4DE-29B7-442A-9738-0D7FD86E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57350"/>
            <a:ext cx="3105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FWHM = x₂ − x₁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C13CF-D862-4EB3-B3FE-DF1B47A8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Для Gaussian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5C7C7-474B-430E-83A7-75AEED66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290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FWHM ≈ 2,355σ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90D63-9E30-40AB-840B-19107F67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33950"/>
            <a:ext cx="34861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AE500-6C82-4B57-84B6-E2CA0818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33950"/>
            <a:ext cx="348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SciPy peak_widths использует высоту относительно prominence</a:t>
            </a:r>
          </a:p>
        </p:txBody>
      </p:sp>
    </p:spTree>
    <p:extLst>
      <p:ext uri="{BB962C8B-B14F-4D97-AF65-F5344CB8AC3E}">
        <p14:creationId xmlns:p14="http://schemas.microsoft.com/office/powerpoint/2010/main" val="7944803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75709-BA87-4E13-9A40-F2B59222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A8B92-37B3-4E7F-A99B-405CC690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453BA-FA92-46FB-B52D-39C47B18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ХАРАКТЕРИСТИКИ ПИКА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D8B21-02F5-4520-A527-B8FB309C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ЧИСЛЕННОЕ ИНТЕГРИРОВАНИЕ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858EB-743D-4D73-8D0D-2B8C9888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Площадь полосы зависит от границ и фона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1409700"/>
          <a:ext xmlns:a="http://schemas.openxmlformats.org/drawingml/2006/main" cx="6953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0d863dff7e4ec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3AC3D-5510-49C4-9AC1-CCD66B0A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19250"/>
            <a:ext cx="3524250" cy="1085850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68F8B-0034-4CBF-91BA-ED38902F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19250"/>
            <a:ext cx="3524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A ≈ ∑ ½(yᵢ + yᵢ₊₁)(xᵢ₊₁ − xᵢ)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55486-0CAC-4064-A8D1-2344F09B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00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Проверки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D8A23-D924-4D0B-BE91-4DD1998F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05250"/>
            <a:ext cx="276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x отсортирован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единицы оси заданы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границы одинаковы для серии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фон вычтен до интегрирования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0745236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3C30F-5C6B-4B3C-A29B-559C899F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EDF4E-76B1-4F3F-8F92-F1EA14F7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E7930-C896-4455-A4AC-89A65E8B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АППРОКСИМАЦИЯ ПИКОВ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55D01-F3AA-49E6-B942-87E68E1E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ВЫБОР МОДЕЛИ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66235-F0B6-40C4-94B8-A31176DB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Форма пика задаётся физикой и прибором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42950" y="1485900"/>
          <a:ext xmlns:a="http://schemas.openxmlformats.org/drawingml/2006/main" cx="107061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76525"/>
                <a:gridCol w="2676525"/>
                <a:gridCol w="2676525"/>
                <a:gridCol w="2676525"/>
              </a:tblGrid>
              <a:tr h="67818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Модель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Хвосты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Параметры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Когда проверять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</a:tr>
              <a:tr h="67818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Gaussian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быстро затухают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центр, σ, амплитуда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случайные независимые уширения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67818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Lorentzian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длинные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центр, γ, амплитуда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резонансная форма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  <a:tr h="67818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Voigt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смешанные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центр, σ, γ, площадь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свёртка двух механизмов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678180"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асимметричная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разные слева и справа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добавочная асимметрия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57150" tIns="38100" rIns="57150" bIns="38100">
                      <a:normAutofit/>
                    </a:bodyPr>
                    <a:lstStyle/>
                    <a:p>
                      <a:pPr algn="l"/>
                      <a:r>
                        <a:rPr sz="135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видимый систематический хвост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59990-9513-43B6-B502-FA1E6AB6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5780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Остатки и стабильность параметров дополняют значение R².</a:t>
            </a:r>
          </a:p>
        </p:txBody>
      </p:sp>
    </p:spTree>
    <p:extLst>
      <p:ext uri="{BB962C8B-B14F-4D97-AF65-F5344CB8AC3E}">
        <p14:creationId xmlns:p14="http://schemas.microsoft.com/office/powerpoint/2010/main" val="4651309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83B17-8FFF-4C6E-9155-F513892E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4E925-33F4-4FBF-8892-22A2C432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1B6C3-6676-43DB-9A20-FA274349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АППРОКСИМАЦИЯ ПИКОВ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5DB69-60CA-4E5F-8767-388E7616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ДЕКОМПОЗИЦИЯ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22C77-40C5-4414-BC16-7127294A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Перекрывающиеся пики оценивают совместной моделью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140970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11960ce58c49f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54BC0-2936-4420-A640-B02550C2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76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Ограничения модели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DF843-EAAF-48D2-B25B-AB3EDE25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9850"/>
            <a:ext cx="27241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положительные амплитуды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центры в допустимом диапазоне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ширина больше разрешения прибора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число пиков обосновано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0E4D4-12F8-41BB-84DF-91E8B9BB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34290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FCBBF-6135-4A04-8F93-A07736CF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Коррелирующие компоненты дают широкие интервалы параметров</a:t>
            </a:r>
          </a:p>
        </p:txBody>
      </p:sp>
    </p:spTree>
    <p:extLst>
      <p:ext uri="{BB962C8B-B14F-4D97-AF65-F5344CB8AC3E}">
        <p14:creationId xmlns:p14="http://schemas.microsoft.com/office/powerpoint/2010/main" val="107176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F22D5-F9A9-4881-9247-78FCC7DC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42A5E-4D08-4087-A0E2-0C876456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70FFE-B4BC-4660-9FEA-39966194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ПИКИ ·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830A9-68A2-498A-B0F2-304125C2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SCIPY.SIGNAL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67F69-61B5-4805-8393-65485940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Python: поиск пиков и расчёт FWHM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5B82B-7D47-49C0-9C73-83BE18C8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524750" cy="447675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  <p:txBody>
          <a:bodyPr xmlns:a="http://schemas.openxmlformats.org/drawingml/2006/main" wrap="none" lIns="190500" tIns="171450" rIns="190500" bIns="1333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numpy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np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from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scipy.signal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find_peaks, peak_widths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from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scipy.integrate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trapezoid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peaks, props = find_peaks(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y_corr, prominence=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0.08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distance=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12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widths, level, left, right = peak_widths(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y_corr, peaks, rel_height=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0.5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area = trapezoid(y_corr[lo:hi], x=x[lo:hi])</a:t>
            </a:r>
          </a:p>
          <a:p xmlns:a="http://schemas.openxmlformats.org/drawingml/2006/main">
            <a:pPr>
              <a:defRPr sz="1425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peak_x = x[peaks]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7D5C9-85BE-4A14-BDC2-3AACFAFA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954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3E789-EA34-4BEF-B04C-B7965CCD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2762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widths возвращаются в отсчётах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для физических единиц нужна интерполяция x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NaN удаляют до поиска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порог проверяют на размеченных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10322243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68EDE-D327-48B3-915E-E47A5562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8FE6D-86E1-4EAD-BFF8-8AFF6851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F5036-B6F9-4E99-9A98-333C0F2F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НЕОПРЕДЕЛЁННОСТЬ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B5C4C-398A-4A10-B136-B88D946F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ПРИМЕР ДЛЯ ПЛОЩАДИ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8E39B-A88A-4552-8F84-6422F9EC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Неопределённость признака включает обработку и повторяемость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7048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1d9c951262488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3936C-3E20-4B26-8230-E8D746B0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00200"/>
            <a:ext cx="35052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B0CC3-A946-478D-B60D-D5249CD6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00200"/>
            <a:ext cx="350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u² = u²repeat + u²cal + u²proc + u²fit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85034-F03F-4E47-9095-4CA1ED12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Оценки компонентов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42A6F-879C-4F7A-A95B-E36E1740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29718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повторные измерения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стандарты калибровки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перебор параметров обработки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ковариация или bootstrap аппроксимации</a:t>
            </a:r>
          </a:p>
        </p:txBody>
      </p:sp>
    </p:spTree>
    <p:extLst>
      <p:ext uri="{BB962C8B-B14F-4D97-AF65-F5344CB8AC3E}">
        <p14:creationId xmlns:p14="http://schemas.microsoft.com/office/powerpoint/2010/main" val="4253105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5A94D-A139-42F2-BC9F-30DDCE5B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2FB77-59FE-4B5A-9B65-204D9E90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E22C8-1187-4107-8EC5-AC27B5CD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67008-87E4-41B3-8EC6-58FA1B3C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79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148B0-F802-4B18-AEE3-11914630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954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Экспериментальные кривые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84724-D265-4C1B-A947-6C47096A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Кинетика, реология и обработка серий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98A93-BE42-4D47-B6FE-4F3330D9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71950"/>
            <a:ext cx="590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477236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664EF-9F5D-49AC-97C8-8F890162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1F841-B976-49C2-A227-640BCAC3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48F70-B28A-4C71-84E2-DF54FCFE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КИНЕТИЧЕСКИЕ КРИВЫЕ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4093E-07F1-4196-8F18-2F953227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ЭКСПОНЕНЦИАЛЬНЫЙ ПОДХОД К ПЛАТО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CAF21-D300-441A-8837-71BBEB27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Кинетическая модель связывает форму кривой с параметрами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409700"/>
          <a:ext xmlns:a="http://schemas.openxmlformats.org/drawingml/2006/main" cx="7048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1ff3c51b9d45b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1E476-4145-4B6B-9D09-AC066389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0"/>
            <a:ext cx="33337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47633-12C9-4AD9-80FC-3932C02B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0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y(t) = y∞ [1 − exp(−kt)]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88F79-2F25-428F-8393-21A7A925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k задаёт скорость подхода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y∞ задаёт плато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остатки выявляют задержку или смену режима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время измерения должно покрывать плато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05351-36FB-415A-830D-BFA5403B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53050"/>
            <a:ext cx="3238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53C26-91C5-483A-A4FF-A3C573FE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530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Параметр имеет смысл только для выбранной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45108271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3348D-8794-40C0-82D4-8573EF4C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55CD3-684A-4585-BDBB-E91401F1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73393-B1B2-42BE-B6B6-073510A8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РЕОЛОГИЧЕСКИЕ КРИВЫЕ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8D48E-6332-4B0F-934D-31536F97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СТЕПЕННАЯ МОДЕЛЬ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C4357-F99C-45C7-9F6D-8E24697E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Потоковая кривая показывает зависимость вязкости от скорости сдвига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409700"/>
          <a:ext xmlns:a="http://schemas.openxmlformats.org/drawingml/2006/main" cx="7048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264176f4b945a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C3039-667F-4F77-9770-854E1222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2766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42F08-06A2-4EB3-A9C2-34940AE9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276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τ = K γ̇ⁿ     η = τ / γ̇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59487-3261-4F11-B10E-BF4F2C13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43250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Интерпретация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A95B0-EA57-461D-AB77-D2DD9D40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48100"/>
            <a:ext cx="295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1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n &lt; 1: shear thinning</a:t>
            </a:r>
          </a:p>
          <a:p xmlns:a="http://schemas.openxmlformats.org/drawingml/2006/main">
            <a:pPr marL="279400" indent="-139700">
              <a:spcAft>
                <a:spcPts val="11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n = 1: ньютоновское течение</a:t>
            </a:r>
          </a:p>
          <a:p xmlns:a="http://schemas.openxmlformats.org/drawingml/2006/main">
            <a:pPr marL="279400" indent="-139700">
              <a:spcAft>
                <a:spcPts val="11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n &gt; 1: shear thickening</a:t>
            </a:r>
          </a:p>
          <a:p xmlns:a="http://schemas.openxmlformats.org/drawingml/2006/main">
            <a:pPr marL="279400" indent="-139700">
              <a:spcAft>
                <a:spcPts val="11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краевые эффекты проверяют отдельно</a:t>
            </a:r>
          </a:p>
        </p:txBody>
      </p:sp>
    </p:spTree>
    <p:extLst>
      <p:ext uri="{BB962C8B-B14F-4D97-AF65-F5344CB8AC3E}">
        <p14:creationId xmlns:p14="http://schemas.microsoft.com/office/powerpoint/2010/main" val="14078766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68134-5CDF-413D-BEBE-8211A24B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853C1-0124-430E-B9E0-4EB4C7F2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41C4F-2372-41C3-B11C-EB7819C4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РЕОЛОГИЧЕСКИЕ КРИВЫЕ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50286-BFA8-4852-B59A-F3113236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ЧАСТОТНЫЙ SWEEP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3E925-ED11-4D74-A4BA-C515AA12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Пересечение G′ и G″ отмечает смену доминирующего отклика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409700"/>
          <a:ext xmlns:a="http://schemas.openxmlformats.org/drawingml/2006/main" cx="7048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540c16df6c4ed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B279A-0825-4298-9654-E8260345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До интерпретации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E5EAC-2E5E-493B-BDCA-BF0C5CB0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проверить линейную область деформации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учесть инерцию и скольжение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 продолжать модель за измеренный диапазон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26BFD-C53E-4252-BB12-679AB156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86350"/>
            <a:ext cx="33147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903F4-F600-4617-8A78-EABC9696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86350"/>
            <a:ext cx="331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Точка пересечения чувствительна к диапазону и шуму</a:t>
            </a:r>
          </a:p>
        </p:txBody>
      </p:sp>
    </p:spTree>
    <p:extLst>
      <p:ext uri="{BB962C8B-B14F-4D97-AF65-F5344CB8AC3E}">
        <p14:creationId xmlns:p14="http://schemas.microsoft.com/office/powerpoint/2010/main" val="197178456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D437EA-8445-4E0D-B481-72744125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04E5F-9ED7-4D83-A387-A699BD9F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B5442-8F9C-4891-B731-BBD2A9C8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ПАКЕТНАЯ ОБРАБОТКА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C0398-F43E-4E8D-8AAB-A2CAE5E3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АВТОМАТИЧЕСКАЯ ОБРАБОТКА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31C6C-9DD7-469F-AACE-D8542E72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Серия файлов проходит один зафиксированный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1AAB7-CDB4-4394-A308-3C94FB11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64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B31E3-D22E-434D-BE0D-8379AC9E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Чтение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7293D-EF64-4605-95C9-EE27F0FA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2362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формат, единицы, метаданные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BD39E-7ADA-4C9C-9DD1-5E6AAB6C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89D7F-FA96-4351-BEBD-D2431D68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76400"/>
            <a:ext cx="64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57B01C-65CD-43A6-B6E7-04F54BB8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AFE4C-A09E-4BC5-AAF2-A72BE384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95650"/>
            <a:ext cx="2362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длина, NaN, насыщение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27950-5459-4A18-8072-1EC6665D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3390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7C048-5FE0-4821-916E-03302DBD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64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C5A0E-92C3-4454-8CF9-C4936CCA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717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Обработка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7F4BF-B20C-493F-A37C-166E57DD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95650"/>
            <a:ext cx="2362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фон, сглаживание, пики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FA471-1FBE-4CE5-84B8-F5538C74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3390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2838FF-0E4D-4FD5-BFCE-FAFED5CA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76400"/>
            <a:ext cx="64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A9993F-E924-4698-8786-4D5BCA70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Результаты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D5666-AF5C-4140-AD95-D344DDF2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95650"/>
            <a:ext cx="2362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таблица признаков и QC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E483A-C44D-4F08-A5CC-8E376A7A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3390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EA7628-5FB5-46DC-8F9F-FB4E990E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19700"/>
            <a:ext cx="87249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1B1AD3-B918-4372-AFD7-36BB66B4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19700"/>
            <a:ext cx="8724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Ошибка одного файла не должна останавливать серию и не должна исчезать из журнала</a:t>
            </a:r>
          </a:p>
        </p:txBody>
      </p:sp>
    </p:spTree>
    <p:extLst>
      <p:ext uri="{BB962C8B-B14F-4D97-AF65-F5344CB8AC3E}">
        <p14:creationId xmlns:p14="http://schemas.microsoft.com/office/powerpoint/2010/main" val="3193735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E19E0-36D2-4B79-9881-75424C6A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C500B-B41D-4EE6-854C-40D74588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93091-6FAB-4FD4-83FA-B5E18348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ПАКЕТНАЯ ОБРАБОТКА ·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B91CE-CB0B-43B7-B89F-26621ECD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PATHLIB + PANDAS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BAA23-942D-4A38-8B27-05D5C445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Python: пакетная обработка каталога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A6358-C118-4A93-A27B-1502A844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848600" cy="45339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  <p:txBody>
          <a:bodyPr xmlns:a="http://schemas.openxmlformats.org/drawingml/2006/main" wrap="none" lIns="190500" tIns="171450" rIns="190500" bIns="1333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from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pathlib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Path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pandas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pd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rows = []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for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file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in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sorted(Path(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'raw'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).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glob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'*.csv'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)):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    df = pd.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read_csv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(file)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    result = process_curve(df)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    rows.append({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'file'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: file.name, **result, 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'qc'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: 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'ok'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})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except Exception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error: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    rows.append({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'file'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: file.name, 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'qc'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: str(error)})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pd.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DataFrame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(rows).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to_csv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'features.csv'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index=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False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0E799-1AFE-4DD4-A301-BDD9A5A0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Результат серии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2F1FD-D437-41E3-B67D-BD70F268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219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одна строка на файл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идентификатор версии pipeline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параметры обработки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причина QC-флага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8A814-B40F-48B3-9F5A-7DEDFC14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19700"/>
            <a:ext cx="25146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B0FD9-939F-4ABA-B079-E66BF98E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19700"/>
            <a:ext cx="2514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Сырой файл остаётся неизменным</a:t>
            </a:r>
          </a:p>
        </p:txBody>
      </p:sp>
    </p:spTree>
    <p:extLst>
      <p:ext uri="{BB962C8B-B14F-4D97-AF65-F5344CB8AC3E}">
        <p14:creationId xmlns:p14="http://schemas.microsoft.com/office/powerpoint/2010/main" val="4762390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1E347-22FC-42E4-8E00-D4576C5B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F5D59-03E5-452C-939A-49F3BBF1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86F1F-F752-4480-A032-CC34802D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КОНТРОЛЬ СЕРИИ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578A2-3394-4406-8DFF-E8E22DB3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СЕРИЯ ИЗ 12 ФАЙЛОВ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FE04D-165C-45E1-8FD2-F570B98B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Сводный QC выявляет дрейф и отдельные сбои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62e2314946433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28B66-48C0-44A2-948C-06BA46FB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764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QC-флаги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D7B33-CE4F-49E4-AAC0-D6DAC4E2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90800"/>
            <a:ext cx="26289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сдвиг стандарта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изменение шума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рост остатка модели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необычное число пиков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параметр у границы допуска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DC923-66DA-4CB6-81D2-DF6EE8A0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19700"/>
            <a:ext cx="34290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5C3F6-DC32-483F-910E-FB3EB4D3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197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Флаг требует просмотра, а не автоматического удаления</a:t>
            </a:r>
          </a:p>
        </p:txBody>
      </p:sp>
    </p:spTree>
    <p:extLst>
      <p:ext uri="{BB962C8B-B14F-4D97-AF65-F5344CB8AC3E}">
        <p14:creationId xmlns:p14="http://schemas.microsoft.com/office/powerpoint/2010/main" val="17221322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ED6466-3141-4F95-9544-E24A9BCB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29D88-6464-477C-AAB3-8A9307D4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3BE2F-8E47-42F4-A89C-BD600844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ИТОГИ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97117-BD1E-4586-B75D-68596243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ВОСПРОИЗВОДИМЫЙ РЕЗУЛЬТАТ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36A8D-8773-460B-B25A-40DF1564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8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Минимальный отчёт об обработке кривой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841AE-17FF-42F7-A99B-36270D38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B906A-7C0B-4A4C-8A96-47CBAC94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4668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Калибровка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27195-7EEA-4435-B2D8-325B5283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859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эталон, дата, коэффициенты, рабочий диапазон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55826-1B05-4003-BAB6-FA628E03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AF8E5-AD7E-4CD8-9D46-65DC6DC5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431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Предобработка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D620D-997A-4B9C-9E5D-9A867F5B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метод фона и сглаживания с параметрами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04248-8C28-4338-BD6D-41149279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64FD3-14D2-471A-94AA-071E9C57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19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Признаки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1E049-7E27-49BE-9B6A-3A50564B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385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максимум, FWHM, площадь и модель пика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8EBBA-741B-4C7C-A0CD-97D176F2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A5A53-5040-469B-A677-37513E71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95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QC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0DF5B-2A67-45CC-AE29-1C7AC960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148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флаги, остатки, исключённые файлы и причины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4D1129-FD27-4ECC-A97F-00563B37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23109E-EE45-4A47-BFD2-9382F3AA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720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Неопределённость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DE71F3-6C23-4649-9F56-2EC9E8A7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911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повторы, чувствительность к параметрам, интервалы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C22A5F-3435-46DE-A27F-FF0A3AE4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57850"/>
            <a:ext cx="84963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64FD6A-30F7-4CFE-B640-C16B4C95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57850"/>
            <a:ext cx="849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Прогноз и интерпретация ограничены диапазоном калибровки и измерений</a:t>
            </a:r>
          </a:p>
        </p:txBody>
      </p:sp>
    </p:spTree>
    <p:extLst>
      <p:ext uri="{BB962C8B-B14F-4D97-AF65-F5344CB8AC3E}">
        <p14:creationId xmlns:p14="http://schemas.microsoft.com/office/powerpoint/2010/main" val="2620103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2026-09-22T21:59:50.1370000Z</dcterms:created>
  <dcterms:modified xsi:type="dcterms:W3CDTF">2026-09-22T21:59:50.1370000Z</dcterms:modified>
</coreProperties>
</file>