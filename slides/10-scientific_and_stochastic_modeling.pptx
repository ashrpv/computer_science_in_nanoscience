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6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7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9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0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2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3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14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5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6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17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8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19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ad1f9d78d4c6d" /><Relationship Type="http://schemas.openxmlformats.org/officeDocument/2006/relationships/extended-properties" Target="/docProps/app.xml" Id="R427475ae27fc47b2" /><Relationship Type="http://schemas.openxmlformats.org/officeDocument/2006/relationships/officeDocument" Target="/ppt/presentation.xml" Id="R4f30f1a1a00a4b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6f03fba8744ee"/>
  </p:sldMasterIdLst>
  <p:notesMasterIdLst>
    <p:notesMasterId xmlns:r="http://schemas.openxmlformats.org/officeDocument/2006/relationships" r:id="Rfe73d8692ad54bb6"/>
  </p:notesMasterIdLst>
  <p:sldIdLst>
    <p:sldId xmlns:r="http://schemas.openxmlformats.org/officeDocument/2006/relationships" id="256" r:id="R2b23d751f63040f8"/>
    <p:sldId xmlns:r="http://schemas.openxmlformats.org/officeDocument/2006/relationships" id="257" r:id="Rfe26c243aebf4b8d"/>
    <p:sldId xmlns:r="http://schemas.openxmlformats.org/officeDocument/2006/relationships" id="258" r:id="R564f9528c7f240df"/>
    <p:sldId xmlns:r="http://schemas.openxmlformats.org/officeDocument/2006/relationships" id="259" r:id="R91ac35012bc04eba"/>
    <p:sldId xmlns:r="http://schemas.openxmlformats.org/officeDocument/2006/relationships" id="260" r:id="R053f9718bf1f493a"/>
    <p:sldId xmlns:r="http://schemas.openxmlformats.org/officeDocument/2006/relationships" id="261" r:id="Raa4c28d2147547f9"/>
    <p:sldId xmlns:r="http://schemas.openxmlformats.org/officeDocument/2006/relationships" id="262" r:id="R2d3d9c4a85e1424e"/>
    <p:sldId xmlns:r="http://schemas.openxmlformats.org/officeDocument/2006/relationships" id="263" r:id="R76b67f1405734ec3"/>
    <p:sldId xmlns:r="http://schemas.openxmlformats.org/officeDocument/2006/relationships" id="264" r:id="R790551ea57784482"/>
    <p:sldId xmlns:r="http://schemas.openxmlformats.org/officeDocument/2006/relationships" id="265" r:id="Rbc095854533a4c4d"/>
    <p:sldId xmlns:r="http://schemas.openxmlformats.org/officeDocument/2006/relationships" id="266" r:id="Re201cfd8f7cf40ff"/>
    <p:sldId xmlns:r="http://schemas.openxmlformats.org/officeDocument/2006/relationships" id="267" r:id="Rec5b0591320a44b9"/>
    <p:sldId xmlns:r="http://schemas.openxmlformats.org/officeDocument/2006/relationships" id="268" r:id="R0f1264576d4b42da"/>
    <p:sldId xmlns:r="http://schemas.openxmlformats.org/officeDocument/2006/relationships" id="269" r:id="R61bf7388390e4a64"/>
    <p:sldId xmlns:r="http://schemas.openxmlformats.org/officeDocument/2006/relationships" id="270" r:id="Ra77779fe8d064632"/>
    <p:sldId xmlns:r="http://schemas.openxmlformats.org/officeDocument/2006/relationships" id="271" r:id="Rab2aa201175647f9"/>
    <p:sldId xmlns:r="http://schemas.openxmlformats.org/officeDocument/2006/relationships" id="272" r:id="R1de7a71f7b414654"/>
    <p:sldId xmlns:r="http://schemas.openxmlformats.org/officeDocument/2006/relationships" id="273" r:id="Rf79b1332533d48f4"/>
    <p:sldId xmlns:r="http://schemas.openxmlformats.org/officeDocument/2006/relationships" id="274" r:id="R70151dfe0b4b4655"/>
    <p:sldId xmlns:r="http://schemas.openxmlformats.org/officeDocument/2006/relationships" id="275" r:id="Re6273acc78864d5d"/>
    <p:sldId xmlns:r="http://schemas.openxmlformats.org/officeDocument/2006/relationships" id="276" r:id="Re106d115cac34ad2"/>
    <p:sldId xmlns:r="http://schemas.openxmlformats.org/officeDocument/2006/relationships" id="277" r:id="Rc8ca9f2ab42541b5"/>
    <p:sldId xmlns:r="http://schemas.openxmlformats.org/officeDocument/2006/relationships" id="278" r:id="R21a56ff9c0694983"/>
    <p:sldId xmlns:r="http://schemas.openxmlformats.org/officeDocument/2006/relationships" id="279" r:id="R062755ad40fb41aa"/>
    <p:sldId xmlns:r="http://schemas.openxmlformats.org/officeDocument/2006/relationships" id="280" r:id="R55508f592ed64428"/>
    <p:sldId xmlns:r="http://schemas.openxmlformats.org/officeDocument/2006/relationships" id="281" r:id="R3d2c52b98f334ef3"/>
    <p:sldId xmlns:r="http://schemas.openxmlformats.org/officeDocument/2006/relationships" id="282" r:id="R19f73e17d37f421d"/>
    <p:sldId xmlns:r="http://schemas.openxmlformats.org/officeDocument/2006/relationships" id="283" r:id="Rfb69a8353ce64ea0"/>
    <p:sldId xmlns:r="http://schemas.openxmlformats.org/officeDocument/2006/relationships" id="284" r:id="R43b446eccfd44cf1"/>
    <p:sldId xmlns:r="http://schemas.openxmlformats.org/officeDocument/2006/relationships" id="285" r:id="Reaa5dc7bbdb84d42"/>
    <p:sldId xmlns:r="http://schemas.openxmlformats.org/officeDocument/2006/relationships" id="286" r:id="R5d33a16e8c9d475b"/>
    <p:sldId xmlns:r="http://schemas.openxmlformats.org/officeDocument/2006/relationships" id="287" r:id="R0bcd5c6607b34fd3"/>
    <p:sldId xmlns:r="http://schemas.openxmlformats.org/officeDocument/2006/relationships" id="288" r:id="R0913b66132fd406c"/>
    <p:sldId xmlns:r="http://schemas.openxmlformats.org/officeDocument/2006/relationships" id="289" r:id="R34d26f5a47b24fac"/>
    <p:sldId xmlns:r="http://schemas.openxmlformats.org/officeDocument/2006/relationships" id="290" r:id="R7e26fe04bccc4579"/>
    <p:sldId xmlns:r="http://schemas.openxmlformats.org/officeDocument/2006/relationships" id="291" r:id="Rffcc56495ad4497f"/>
    <p:sldId xmlns:r="http://schemas.openxmlformats.org/officeDocument/2006/relationships" id="292" r:id="Rfe48aaece7154a18"/>
    <p:sldId xmlns:r="http://schemas.openxmlformats.org/officeDocument/2006/relationships" id="293" r:id="Rccc4ce1de9dd47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fa5bee35943d2" /><Relationship Type="http://schemas.openxmlformats.org/officeDocument/2006/relationships/slideMaster" Target="/ppt/slideMasters/slideMaster1.xml" Id="Rb806f03fba8744ee" /><Relationship Type="http://schemas.openxmlformats.org/officeDocument/2006/relationships/notesMaster" Target="/ppt/notesMasters/notesMaster1.xml" Id="Rfe73d8692ad54bb6" /><Relationship Type="http://schemas.openxmlformats.org/officeDocument/2006/relationships/presProps" Target="/ppt/presProps.xml" Id="R57f9e907a59245a0" /><Relationship Type="http://schemas.openxmlformats.org/officeDocument/2006/relationships/tableStyles" Target="/ppt/tableStyles.xml" Id="R15198c5d6ed44213" /><Relationship Type="http://schemas.openxmlformats.org/officeDocument/2006/relationships/slide" Target="/ppt/slides/slide1.xml" Id="R2b23d751f63040f8" /><Relationship Type="http://schemas.openxmlformats.org/officeDocument/2006/relationships/slide" Target="/ppt/slides/slide2.xml" Id="Rfe26c243aebf4b8d" /><Relationship Type="http://schemas.openxmlformats.org/officeDocument/2006/relationships/slide" Target="/ppt/slides/slide3.xml" Id="R564f9528c7f240df" /><Relationship Type="http://schemas.openxmlformats.org/officeDocument/2006/relationships/slide" Target="/ppt/slides/slide4.xml" Id="R91ac35012bc04eba" /><Relationship Type="http://schemas.openxmlformats.org/officeDocument/2006/relationships/slide" Target="/ppt/slides/slide5.xml" Id="R053f9718bf1f493a" /><Relationship Type="http://schemas.openxmlformats.org/officeDocument/2006/relationships/slide" Target="/ppt/slides/slide6.xml" Id="Raa4c28d2147547f9" /><Relationship Type="http://schemas.openxmlformats.org/officeDocument/2006/relationships/slide" Target="/ppt/slides/slide7.xml" Id="R2d3d9c4a85e1424e" /><Relationship Type="http://schemas.openxmlformats.org/officeDocument/2006/relationships/slide" Target="/ppt/slides/slide8.xml" Id="R76b67f1405734ec3" /><Relationship Type="http://schemas.openxmlformats.org/officeDocument/2006/relationships/slide" Target="/ppt/slides/slide9.xml" Id="R790551ea57784482" /><Relationship Type="http://schemas.openxmlformats.org/officeDocument/2006/relationships/slide" Target="/ppt/slides/slide10.xml" Id="Rbc095854533a4c4d" /><Relationship Type="http://schemas.openxmlformats.org/officeDocument/2006/relationships/slide" Target="/ppt/slides/slide11.xml" Id="Re201cfd8f7cf40ff" /><Relationship Type="http://schemas.openxmlformats.org/officeDocument/2006/relationships/slide" Target="/ppt/slides/slide12.xml" Id="Rec5b0591320a44b9" /><Relationship Type="http://schemas.openxmlformats.org/officeDocument/2006/relationships/slide" Target="/ppt/slides/slide13.xml" Id="R0f1264576d4b42da" /><Relationship Type="http://schemas.openxmlformats.org/officeDocument/2006/relationships/slide" Target="/ppt/slides/slide14.xml" Id="R61bf7388390e4a64" /><Relationship Type="http://schemas.openxmlformats.org/officeDocument/2006/relationships/slide" Target="/ppt/slides/slide15.xml" Id="Ra77779fe8d064632" /><Relationship Type="http://schemas.openxmlformats.org/officeDocument/2006/relationships/slide" Target="/ppt/slides/slide16.xml" Id="Rab2aa201175647f9" /><Relationship Type="http://schemas.openxmlformats.org/officeDocument/2006/relationships/slide" Target="/ppt/slides/slide17.xml" Id="R1de7a71f7b414654" /><Relationship Type="http://schemas.openxmlformats.org/officeDocument/2006/relationships/slide" Target="/ppt/slides/slide18.xml" Id="Rf79b1332533d48f4" /><Relationship Type="http://schemas.openxmlformats.org/officeDocument/2006/relationships/slide" Target="/ppt/slides/slide19.xml" Id="R70151dfe0b4b4655" /><Relationship Type="http://schemas.openxmlformats.org/officeDocument/2006/relationships/slide" Target="/ppt/slides/slide20.xml" Id="Re6273acc78864d5d" /><Relationship Type="http://schemas.openxmlformats.org/officeDocument/2006/relationships/slide" Target="/ppt/slides/slide21.xml" Id="Re106d115cac34ad2" /><Relationship Type="http://schemas.openxmlformats.org/officeDocument/2006/relationships/slide" Target="/ppt/slides/slide22.xml" Id="Rc8ca9f2ab42541b5" /><Relationship Type="http://schemas.openxmlformats.org/officeDocument/2006/relationships/slide" Target="/ppt/slides/slide23.xml" Id="R21a56ff9c0694983" /><Relationship Type="http://schemas.openxmlformats.org/officeDocument/2006/relationships/slide" Target="/ppt/slides/slide24.xml" Id="R062755ad40fb41aa" /><Relationship Type="http://schemas.openxmlformats.org/officeDocument/2006/relationships/slide" Target="/ppt/slides/slide25.xml" Id="R55508f592ed64428" /><Relationship Type="http://schemas.openxmlformats.org/officeDocument/2006/relationships/slide" Target="/ppt/slides/slide26.xml" Id="R3d2c52b98f334ef3" /><Relationship Type="http://schemas.openxmlformats.org/officeDocument/2006/relationships/slide" Target="/ppt/slides/slide27.xml" Id="R19f73e17d37f421d" /><Relationship Type="http://schemas.openxmlformats.org/officeDocument/2006/relationships/slide" Target="/ppt/slides/slide28.xml" Id="Rfb69a8353ce64ea0" /><Relationship Type="http://schemas.openxmlformats.org/officeDocument/2006/relationships/slide" Target="/ppt/slides/slide29.xml" Id="R43b446eccfd44cf1" /><Relationship Type="http://schemas.openxmlformats.org/officeDocument/2006/relationships/slide" Target="/ppt/slides/slide30.xml" Id="Reaa5dc7bbdb84d42" /><Relationship Type="http://schemas.openxmlformats.org/officeDocument/2006/relationships/slide" Target="/ppt/slides/slide31.xml" Id="R5d33a16e8c9d475b" /><Relationship Type="http://schemas.openxmlformats.org/officeDocument/2006/relationships/slide" Target="/ppt/slides/slide32.xml" Id="R0bcd5c6607b34fd3" /><Relationship Type="http://schemas.openxmlformats.org/officeDocument/2006/relationships/slide" Target="/ppt/slides/slide33.xml" Id="R0913b66132fd406c" /><Relationship Type="http://schemas.openxmlformats.org/officeDocument/2006/relationships/slide" Target="/ppt/slides/slide34.xml" Id="R34d26f5a47b24fac" /><Relationship Type="http://schemas.openxmlformats.org/officeDocument/2006/relationships/slide" Target="/ppt/slides/slide35.xml" Id="R7e26fe04bccc4579" /><Relationship Type="http://schemas.openxmlformats.org/officeDocument/2006/relationships/slide" Target="/ppt/slides/slide36.xml" Id="Rffcc56495ad4497f" /><Relationship Type="http://schemas.openxmlformats.org/officeDocument/2006/relationships/slide" Target="/ppt/slides/slide37.xml" Id="Rfe48aaece7154a18" /><Relationship Type="http://schemas.openxmlformats.org/officeDocument/2006/relationships/slide" Target="/ppt/slides/slide38.xml" Id="Rccc4ce1de9dd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7fd96c9235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4b536f61494d22" /><Relationship Type="http://schemas.openxmlformats.org/officeDocument/2006/relationships/notesMaster" Target="/ppt/notesMasters/notesMaster1.xml" Id="R56ca26434bcc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b85ec3a564ab5" /><Relationship Type="http://schemas.openxmlformats.org/officeDocument/2006/relationships/notesMaster" Target="/ppt/notesMasters/notesMaster1.xml" Id="R6b1d24abf60049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cd1bf1e95447f8" /><Relationship Type="http://schemas.openxmlformats.org/officeDocument/2006/relationships/notesMaster" Target="/ppt/notesMasters/notesMaster1.xml" Id="R06b7d5ff9073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0a70ea2844c3f" /><Relationship Type="http://schemas.openxmlformats.org/officeDocument/2006/relationships/notesMaster" Target="/ppt/notesMasters/notesMaster1.xml" Id="R43e7f9d703e9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d91f2cf2b4561" /><Relationship Type="http://schemas.openxmlformats.org/officeDocument/2006/relationships/notesMaster" Target="/ppt/notesMasters/notesMaster1.xml" Id="R9b05eea6e6a3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5a6e1c7a24edc" /><Relationship Type="http://schemas.openxmlformats.org/officeDocument/2006/relationships/notesMaster" Target="/ppt/notesMasters/notesMaster1.xml" Id="R23b8427240ee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120824b3a043cd" /><Relationship Type="http://schemas.openxmlformats.org/officeDocument/2006/relationships/notesMaster" Target="/ppt/notesMasters/notesMaster1.xml" Id="Rfbd2a439fd0949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a6a7e14bb34ad1" /><Relationship Type="http://schemas.openxmlformats.org/officeDocument/2006/relationships/notesMaster" Target="/ppt/notesMasters/notesMaster1.xml" Id="Re67eb16d82f6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f7fc4bea1409f" /><Relationship Type="http://schemas.openxmlformats.org/officeDocument/2006/relationships/notesMaster" Target="/ppt/notesMasters/notesMaster1.xml" Id="R92b777ea1f9744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4def27d754bd3" /><Relationship Type="http://schemas.openxmlformats.org/officeDocument/2006/relationships/notesMaster" Target="/ppt/notesMasters/notesMaster1.xml" Id="R49eba91bd22349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0487c584ad4a67" /><Relationship Type="http://schemas.openxmlformats.org/officeDocument/2006/relationships/notesMaster" Target="/ppt/notesMasters/notesMaster1.xml" Id="R75baf8641f774f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c6544f6ac416a" /><Relationship Type="http://schemas.openxmlformats.org/officeDocument/2006/relationships/notesMaster" Target="/ppt/notesMasters/notesMaster1.xml" Id="R6d7255cb8d8942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d18639eff54937" /><Relationship Type="http://schemas.openxmlformats.org/officeDocument/2006/relationships/notesMaster" Target="/ppt/notesMasters/notesMaster1.xml" Id="Rabce598408f848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e7721b49834085" /><Relationship Type="http://schemas.openxmlformats.org/officeDocument/2006/relationships/notesMaster" Target="/ppt/notesMasters/notesMaster1.xml" Id="R2df5114ad1f24a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278492965145c2" /><Relationship Type="http://schemas.openxmlformats.org/officeDocument/2006/relationships/notesMaster" Target="/ppt/notesMasters/notesMaster1.xml" Id="R773241bea2e045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c3431e0b1144d7" /><Relationship Type="http://schemas.openxmlformats.org/officeDocument/2006/relationships/notesMaster" Target="/ppt/notesMasters/notesMaster1.xml" Id="R620a6a4411c54c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4641d5cb13478b" /><Relationship Type="http://schemas.openxmlformats.org/officeDocument/2006/relationships/notesMaster" Target="/ppt/notesMasters/notesMaster1.xml" Id="R6dc9055fd77f4a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20ed0eebdd4dc9" /><Relationship Type="http://schemas.openxmlformats.org/officeDocument/2006/relationships/notesMaster" Target="/ppt/notesMasters/notesMaster1.xml" Id="R90b4c57ae9c24e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cd5c6dc1474833" /><Relationship Type="http://schemas.openxmlformats.org/officeDocument/2006/relationships/notesMaster" Target="/ppt/notesMasters/notesMaster1.xml" Id="Rd393d3899c2f46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aaeb9001e54921" /><Relationship Type="http://schemas.openxmlformats.org/officeDocument/2006/relationships/notesMaster" Target="/ppt/notesMasters/notesMaster1.xml" Id="Rbe8093c31e4c46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97686631024f26" /><Relationship Type="http://schemas.openxmlformats.org/officeDocument/2006/relationships/notesMaster" Target="/ppt/notesMasters/notesMaster1.xml" Id="Ra29b8351387d41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42fc9ceda94b85" /><Relationship Type="http://schemas.openxmlformats.org/officeDocument/2006/relationships/notesMaster" Target="/ppt/notesMasters/notesMaster1.xml" Id="Ra8cf5960c80649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d4c60985b041b5" /><Relationship Type="http://schemas.openxmlformats.org/officeDocument/2006/relationships/notesMaster" Target="/ppt/notesMasters/notesMaster1.xml" Id="R677d06d44a1340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b00b5aae6342f1" /><Relationship Type="http://schemas.openxmlformats.org/officeDocument/2006/relationships/notesMaster" Target="/ppt/notesMasters/notesMaster1.xml" Id="R9ecab0a787b64f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015847892e4eef" /><Relationship Type="http://schemas.openxmlformats.org/officeDocument/2006/relationships/notesMaster" Target="/ppt/notesMasters/notesMaster1.xml" Id="R6c64bd49235f48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4ad457cd3c48e5" /><Relationship Type="http://schemas.openxmlformats.org/officeDocument/2006/relationships/notesMaster" Target="/ppt/notesMasters/notesMaster1.xml" Id="R705b13951c4a4bb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03b02334bf4550" /><Relationship Type="http://schemas.openxmlformats.org/officeDocument/2006/relationships/notesMaster" Target="/ppt/notesMasters/notesMaster1.xml" Id="R5f245c5c610244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cb9f62c9f314131" /><Relationship Type="http://schemas.openxmlformats.org/officeDocument/2006/relationships/notesMaster" Target="/ppt/notesMasters/notesMaster1.xml" Id="Rd29bfd607dec47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5416a3c6b7430a" /><Relationship Type="http://schemas.openxmlformats.org/officeDocument/2006/relationships/notesMaster" Target="/ppt/notesMasters/notesMaster1.xml" Id="R226f33ede3334a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5187870df6485f" /><Relationship Type="http://schemas.openxmlformats.org/officeDocument/2006/relationships/notesMaster" Target="/ppt/notesMasters/notesMaster1.xml" Id="Rd990c5f9a91248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9d163c214034f4a" /><Relationship Type="http://schemas.openxmlformats.org/officeDocument/2006/relationships/notesMaster" Target="/ppt/notesMasters/notesMaster1.xml" Id="Rb59c5d2b5aa84a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0f31162f21846a6" /><Relationship Type="http://schemas.openxmlformats.org/officeDocument/2006/relationships/notesMaster" Target="/ppt/notesMasters/notesMaster1.xml" Id="Rcf20d296dc2547f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67767828f849c3" /><Relationship Type="http://schemas.openxmlformats.org/officeDocument/2006/relationships/notesMaster" Target="/ppt/notesMasters/notesMaster1.xml" Id="R4adfd65591cc4c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92d9c56c644ab6" /><Relationship Type="http://schemas.openxmlformats.org/officeDocument/2006/relationships/notesMaster" Target="/ppt/notesMasters/notesMaster1.xml" Id="R43bf091e99da45d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f8e73f668904fe2" /><Relationship Type="http://schemas.openxmlformats.org/officeDocument/2006/relationships/notesMaster" Target="/ppt/notesMasters/notesMaster1.xml" Id="R0da03999b4ad4ab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1828b1e43c4334" /><Relationship Type="http://schemas.openxmlformats.org/officeDocument/2006/relationships/notesMaster" Target="/ppt/notesMasters/notesMaster1.xml" Id="Rd51b1e0aba4e416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434ff557eb4b00" /><Relationship Type="http://schemas.openxmlformats.org/officeDocument/2006/relationships/notesMaster" Target="/ppt/notesMasters/notesMaster1.xml" Id="R0310dec83c5449e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50a10fae741403d" /><Relationship Type="http://schemas.openxmlformats.org/officeDocument/2006/relationships/notesMaster" Target="/ppt/notesMasters/notesMaster1.xml" Id="R94982ae459e1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Кривые на обложке построены по синтетическим данным и служат иллюстрацией различия детерминированной траектории и стохастических реализаций.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NASA-STD-7009B, Standard for Models and Simulations: https://standards.nasa.gov/node/263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Синтетический пример. Формула соответствует линейному ОДУ первого порядка с постоянными коэффициентами.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solve_ivp: https://docs.scipy.org/doc/scipy/reference/generated/scipy.integrate.solve_ivp.html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solve_ivp: https://docs.scipy.org/doc/scipy/reference/generated/scipy.integrate.solve_ivp.html. Данные на графике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curve_fit: https://docs.scipy.org/doc/scipy/reference/generated/scipy.optimize.curve_fit.html ; SciPy least_squares: https://docs.scipy.org/doc/scipy/reference/generated/scipy.optimize.least_squares.html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curve_fit: https://docs.scipy.org/doc/scipy/reference/generated/scipy.optimize.curve_fit.html ; SciPy least_squares: https://docs.scipy.org/doc/scipy/reference/generated/scipy.optimize.least_squares.html. Данные и оценки параметров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curve_fit: https://docs.scipy.org/doc/scipy/reference/generated/scipy.optimize.curve_fit.html ; SciPy least_squares: https://docs.scipy.org/doc/scipy/reference/generated/scipy.optimize.least_squares.html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curve_fit: https://docs.scipy.org/doc/scipy/reference/generated/scipy.optimize.curve_fit.html ; SciPy least_squares: https://docs.scipy.org/doc/scipy/reference/generated/scipy.optimize.least_squares.html. Формула ковариации приведена как локальная линейная аппроксимация.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curve_fit: https://docs.scipy.org/doc/scipy/reference/generated/scipy.optimize.curve_fit.html ; SciPy least_squares: https://docs.scipy.org/doc/scipy/reference/generated/scipy.optimize.least_squares.html. Значения χ²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nonlinear least squares and residual diagnostics: https://www.itl.nist.gov/div898/handbook/pmd/section1/pmd142.htm ; https://www.itl.nist.gov/div898/handbook/pmd/section4/pmd44.htm. Остатки рассчитаны для синтетического примера.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nonlinear least squares and residual diagnostics: https://www.itl.nist.gov/div898/handbook/pmd/section1/pmd142.htm ; https://www.itl.nist.gov/div898/handbook/pmd/section4/pmd44.htm. Кривые являются схематическими примерами диагностических структур.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nonlinear least squares and residual diagnostics: https://www.itl.nist.gov/div898/handbook/pmd/section1/pmd142.htm ; https://www.itl.nist.gov/div898/handbook/pmd/section4/pmd44.htm. Данные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Raue et al. (2009), Structural and practical identifiability analysis by profile likelihood, doi:10.1093/bioinformatics/btp358: https://pubmed.ncbi.nlm.nih.gov/19505944/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Raue et al. (2009), Structural and practical identifiability analysis by profile likelihood, doi:10.1093/bioinformatics/btp358: https://pubmed.ncbi.nlm.nih.gov/19505944/. Долина решений показана схематически.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Raue et al. (2009), Structural and practical identifiability analysis by profile likelihood, doi:10.1093/bioinformatics/btp358: https://pubmed.ncbi.nlm.nih.gov/19505944/. Профиль и порог показаны на иллюстративных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JCGM 101:2008, propagation of distributions using a Monte Carlo method: https://www.bipm.org/en/doi/10.59161/jcgm101-2008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JCGM 101:2008, propagation of distributions using a Monte Carlo method: https://www.bipm.org/en/doi/10.59161/jcgm101-2008. Моделирование использует синтетическое нормальное распределение k, усечённое при k&gt;0.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JCGM 101:2008, propagation of distributions using a Monte Carlo method: https://www.bipm.org/en/doi/10.59161/jcgm101-2008; NumPy Generator.normal: https://numpy.org/doc/stable/reference/random/generated/numpy.random.Generator.normal.html. Данные сходимости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Generator.normal: https://numpy.org/doc/stable/reference/random/generated/numpy.random.Generator.normal.html. Траектории сгенерированы детерминированным seed для воспроизводимости.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Generator.normal: https://numpy.org/doc/stable/reference/random/generated/numpy.random.Generator.normal.html. Траектории являются вычислительной иллюстрацией винеровского процесса.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Классическое диффузионное соотношение Эйнштейна. Данные ансамблевой оценки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Generator.normal: https://numpy.org/doc/stable/reference/random/generated/numpy.random.Generator.normal.html. Код иллюстрирует дискретизацию перегруженного уравнения Ланжевена.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Синтетические реализации процесса Орнштейна–Уленбека с фиксированным 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quasi-Monte Carlo guide: https://docs.scipy.org/doc/scipy/tutorial/stats/quasi_monte_carlo.html. График использует аналитическое соотношение дисперсии OU-процесса.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NASA-STD-7009B, Standard for Models and Simulations: https://standards.nasa.gov/node/263. График иллюстрирует первый порядок сходимости.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NASA-STD-7009B, Standard for Models and Simulations: https://standards.nasa.gov/node/263. Данные и интервал на графике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NASA-STD-7009B, Standard for Models and Simulations: https://standards.nasa.gov/node/263; JCGM 101:2008, propagation of distributions using a Monte Carlo method: https://www.bipm.org/en/doi/10.59161/jcgm101-2008; Raue et al. (2009), Structural and practical identifiability analysis by profile likelihood, doi:10.1093/bioinformatics/btp358: https://pubmed.ncbi.nlm.nih.gov/19505944/.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f8a3a61a8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4ec3f0a61459d" /><Relationship Type="http://schemas.openxmlformats.org/officeDocument/2006/relationships/slideLayout" Target="/ppt/slideLayouts/slideLayout1.xml" Id="R310fe7b6fd0643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fe7b6fd0643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4da98c1594f43" /><Relationship Type="http://schemas.openxmlformats.org/officeDocument/2006/relationships/chart" Target="/ppt/slides/charts/chart1.xml" Id="Re93be4b3235b4925" /><Relationship Type="http://schemas.openxmlformats.org/officeDocument/2006/relationships/notesSlide" Target="/ppt/notesSlides/notesSlide1.xml" Id="R57e24dd2419947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06b23c2684b67" /><Relationship Type="http://schemas.openxmlformats.org/officeDocument/2006/relationships/notesSlide" Target="/ppt/notesSlides/notesSlide2.xml" Id="R48fb3097c5954f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00aa278484b3b" /><Relationship Type="http://schemas.openxmlformats.org/officeDocument/2006/relationships/notesSlide" Target="/ppt/notesSlides/notesSlide3.xml" Id="Rde8c067068e2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9f5b606347af" /><Relationship Type="http://schemas.openxmlformats.org/officeDocument/2006/relationships/notesSlide" Target="/ppt/notesSlides/notesSlide4.xml" Id="R661e2498a562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b1b5f6cce4830" /><Relationship Type="http://schemas.openxmlformats.org/officeDocument/2006/relationships/notesSlide" Target="/ppt/notesSlides/notesSlide5.xml" Id="Re318dc6b0f54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be24519cb430f" /><Relationship Type="http://schemas.openxmlformats.org/officeDocument/2006/relationships/notesSlide" Target="/ppt/notesSlides/notesSlide6.xml" Id="R0eef701cf570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f14449a94585" /><Relationship Type="http://schemas.openxmlformats.org/officeDocument/2006/relationships/notesSlide" Target="/ppt/notesSlides/notesSlide7.xml" Id="R2b64a635237743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7401a1c0e41cd" /><Relationship Type="http://schemas.openxmlformats.org/officeDocument/2006/relationships/notesSlide" Target="/ppt/notesSlides/notesSlide8.xml" Id="R385b996261274d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197bf5153402a" /><Relationship Type="http://schemas.openxmlformats.org/officeDocument/2006/relationships/chart" Target="/ppt/slides/charts/chart2.xml" Id="Rd84b3a3692504e2b" /><Relationship Type="http://schemas.openxmlformats.org/officeDocument/2006/relationships/notesSlide" Target="/ppt/notesSlides/notesSlide9.xml" Id="Rbb6a4b6f922445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05136a4754cb3" /><Relationship Type="http://schemas.openxmlformats.org/officeDocument/2006/relationships/notesSlide" Target="/ppt/notesSlides/notesSlide10.xml" Id="Rfd28d62c9f1f49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5a483ba7404b" /><Relationship Type="http://schemas.openxmlformats.org/officeDocument/2006/relationships/chart" Target="/ppt/slides/charts/chart3.xml" Id="R63b468be0e0346c4" /><Relationship Type="http://schemas.openxmlformats.org/officeDocument/2006/relationships/notesSlide" Target="/ppt/notesSlides/notesSlide11.xml" Id="R68b79a9404664c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b824555b44fa8" /><Relationship Type="http://schemas.openxmlformats.org/officeDocument/2006/relationships/notesSlide" Target="/ppt/notesSlides/notesSlide12.xml" Id="R3a0a2a4916204b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f927c287c43b9" /><Relationship Type="http://schemas.openxmlformats.org/officeDocument/2006/relationships/notesSlide" Target="/ppt/notesSlides/notesSlide13.xml" Id="R6287cd7425e341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b288dabd94d27" /><Relationship Type="http://schemas.openxmlformats.org/officeDocument/2006/relationships/chart" Target="/ppt/slides/charts/chart4.xml" Id="Rc66c57f79240485f" /><Relationship Type="http://schemas.openxmlformats.org/officeDocument/2006/relationships/notesSlide" Target="/ppt/notesSlides/notesSlide14.xml" Id="Rd0c2e3f4bb6f4d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614c4b61e404e" /><Relationship Type="http://schemas.openxmlformats.org/officeDocument/2006/relationships/notesSlide" Target="/ppt/notesSlides/notesSlide15.xml" Id="R66547fc78bb644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ad36f34d5477a" /><Relationship Type="http://schemas.openxmlformats.org/officeDocument/2006/relationships/notesSlide" Target="/ppt/notesSlides/notesSlide16.xml" Id="Rd175dc426c724f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e37485bf54346" /><Relationship Type="http://schemas.openxmlformats.org/officeDocument/2006/relationships/chart" Target="/ppt/slides/charts/chart5.xml" Id="R4cc7ccdda51c4eb2" /><Relationship Type="http://schemas.openxmlformats.org/officeDocument/2006/relationships/notesSlide" Target="/ppt/notesSlides/notesSlide17.xml" Id="R04c65314d7c943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1712edc5a47a8" /><Relationship Type="http://schemas.openxmlformats.org/officeDocument/2006/relationships/chart" Target="/ppt/slides/charts/chart6.xml" Id="R370c54fd5cdc4e91" /><Relationship Type="http://schemas.openxmlformats.org/officeDocument/2006/relationships/notesSlide" Target="/ppt/notesSlides/notesSlide18.xml" Id="R1a29fc2f32154b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033b8381d4952" /><Relationship Type="http://schemas.openxmlformats.org/officeDocument/2006/relationships/chart" Target="/ppt/slides/charts/chart7.xml" Id="R2a4039613bf545bb" /><Relationship Type="http://schemas.openxmlformats.org/officeDocument/2006/relationships/notesSlide" Target="/ppt/notesSlides/notesSlide19.xml" Id="R8a89c63c197c47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0400a099f4728" /><Relationship Type="http://schemas.openxmlformats.org/officeDocument/2006/relationships/chart" Target="/ppt/slides/charts/chart8.xml" Id="Rfbc455e3f7c140a4" /><Relationship Type="http://schemas.openxmlformats.org/officeDocument/2006/relationships/notesSlide" Target="/ppt/notesSlides/notesSlide20.xml" Id="R2fbfe7b470a149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59e2dd3854f74" /><Relationship Type="http://schemas.openxmlformats.org/officeDocument/2006/relationships/notesSlide" Target="/ppt/notesSlides/notesSlide21.xml" Id="Rcc66c926b64745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062b5a8c24078" /><Relationship Type="http://schemas.openxmlformats.org/officeDocument/2006/relationships/chart" Target="/ppt/slides/charts/chart9.xml" Id="R96008c06e7d74a31" /><Relationship Type="http://schemas.openxmlformats.org/officeDocument/2006/relationships/notesSlide" Target="/ppt/notesSlides/notesSlide22.xml" Id="R020e5e055db848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74f1001e4ca4" /><Relationship Type="http://schemas.openxmlformats.org/officeDocument/2006/relationships/chart" Target="/ppt/slides/charts/chart10.xml" Id="R2d2ba8de54e5405a" /><Relationship Type="http://schemas.openxmlformats.org/officeDocument/2006/relationships/notesSlide" Target="/ppt/notesSlides/notesSlide23.xml" Id="Reeb0ca54014c44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90241cba44c4e" /><Relationship Type="http://schemas.openxmlformats.org/officeDocument/2006/relationships/notesSlide" Target="/ppt/notesSlides/notesSlide24.xml" Id="R0e91cefb1a3b44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1a590d9243d7" /><Relationship Type="http://schemas.openxmlformats.org/officeDocument/2006/relationships/notesSlide" Target="/ppt/notesSlides/notesSlide25.xml" Id="R4c62af26cf0540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878061437490a" /><Relationship Type="http://schemas.openxmlformats.org/officeDocument/2006/relationships/chart" Target="/ppt/slides/charts/chart11.xml" Id="R3f8b6c9c9bde445e" /><Relationship Type="http://schemas.openxmlformats.org/officeDocument/2006/relationships/notesSlide" Target="/ppt/notesSlides/notesSlide26.xml" Id="R010fd8a4e1044a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e955ffe204dcc" /><Relationship Type="http://schemas.openxmlformats.org/officeDocument/2006/relationships/chart" Target="/ppt/slides/charts/chart12.xml" Id="R5a051fa23e9540d5" /><Relationship Type="http://schemas.openxmlformats.org/officeDocument/2006/relationships/notesSlide" Target="/ppt/notesSlides/notesSlide27.xml" Id="Red6ee11b63d647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84a154a24b8d" /><Relationship Type="http://schemas.openxmlformats.org/officeDocument/2006/relationships/chart" Target="/ppt/slides/charts/chart13.xml" Id="R902c8f7dabae471a" /><Relationship Type="http://schemas.openxmlformats.org/officeDocument/2006/relationships/notesSlide" Target="/ppt/notesSlides/notesSlide28.xml" Id="Rc6d21d6f92f24a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93ce8e916486a" /><Relationship Type="http://schemas.openxmlformats.org/officeDocument/2006/relationships/chart" Target="/ppt/slides/charts/chart14.xml" Id="Racfe4c7ac7304ee7" /><Relationship Type="http://schemas.openxmlformats.org/officeDocument/2006/relationships/notesSlide" Target="/ppt/notesSlides/notesSlide29.xml" Id="Rc5b2ad3d5dab43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60c357f7247f2" /><Relationship Type="http://schemas.openxmlformats.org/officeDocument/2006/relationships/chart" Target="/ppt/slides/charts/chart15.xml" Id="R2aeabad4a1e04658" /><Relationship Type="http://schemas.openxmlformats.org/officeDocument/2006/relationships/notesSlide" Target="/ppt/notesSlides/notesSlide30.xml" Id="Re71cceef01e044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eb6b0d6c45df" /><Relationship Type="http://schemas.openxmlformats.org/officeDocument/2006/relationships/notesSlide" Target="/ppt/notesSlides/notesSlide31.xml" Id="R8610b9d4893d46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2ad2aa3f14d6f" /><Relationship Type="http://schemas.openxmlformats.org/officeDocument/2006/relationships/notesSlide" Target="/ppt/notesSlides/notesSlide32.xml" Id="Rf0633b812a7140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9ce333954ca8" /><Relationship Type="http://schemas.openxmlformats.org/officeDocument/2006/relationships/chart" Target="/ppt/slides/charts/chart16.xml" Id="Ra24927809a0e471f" /><Relationship Type="http://schemas.openxmlformats.org/officeDocument/2006/relationships/notesSlide" Target="/ppt/notesSlides/notesSlide33.xml" Id="Rf38780403dcb4d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ba574a2ef463e" /><Relationship Type="http://schemas.openxmlformats.org/officeDocument/2006/relationships/notesSlide" Target="/ppt/notesSlides/notesSlide34.xml" Id="Re2014515e9e349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9f5d0ace94ec5" /><Relationship Type="http://schemas.openxmlformats.org/officeDocument/2006/relationships/chart" Target="/ppt/slides/charts/chart17.xml" Id="R6e18cfb3d8ab4030" /><Relationship Type="http://schemas.openxmlformats.org/officeDocument/2006/relationships/notesSlide" Target="/ppt/notesSlides/notesSlide35.xml" Id="R6835b2b9ba464f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733f94a3d4eee" /><Relationship Type="http://schemas.openxmlformats.org/officeDocument/2006/relationships/chart" Target="/ppt/slides/charts/chart18.xml" Id="Rb69860798cac44e5" /><Relationship Type="http://schemas.openxmlformats.org/officeDocument/2006/relationships/notesSlide" Target="/ppt/notesSlides/notesSlide36.xml" Id="Re4c4b0a9fe9141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f9bd4c12464e" /><Relationship Type="http://schemas.openxmlformats.org/officeDocument/2006/relationships/chart" Target="/ppt/slides/charts/chart19.xml" Id="R73d1faa491134149" /><Relationship Type="http://schemas.openxmlformats.org/officeDocument/2006/relationships/notesSlide" Target="/ppt/notesSlides/notesSlide37.xml" Id="R4771f586c5144c9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680f38d4c4317" /><Relationship Type="http://schemas.openxmlformats.org/officeDocument/2006/relationships/notesSlide" Target="/ppt/notesSlides/notesSlide38.xml" Id="Rb2a9eea6b77746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механистическая траектория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1.68</c:v>
                </c:pt>
                <c:pt idx="1">
                  <c:v>1.587</c:v>
                </c:pt>
                <c:pt idx="2">
                  <c:v>1.5</c:v>
                </c:pt>
                <c:pt idx="3">
                  <c:v>1.418</c:v>
                </c:pt>
                <c:pt idx="4">
                  <c:v>1.341</c:v>
                </c:pt>
                <c:pt idx="5">
                  <c:v>1.269</c:v>
                </c:pt>
                <c:pt idx="6">
                  <c:v>1.202</c:v>
                </c:pt>
                <c:pt idx="7">
                  <c:v>1.138</c:v>
                </c:pt>
                <c:pt idx="8">
                  <c:v>1.079</c:v>
                </c:pt>
                <c:pt idx="9">
                  <c:v>1.023</c:v>
                </c:pt>
                <c:pt idx="10">
                  <c:v>0.971</c:v>
                </c:pt>
                <c:pt idx="11">
                  <c:v>0.922</c:v>
                </c:pt>
                <c:pt idx="12">
                  <c:v>0.876</c:v>
                </c:pt>
                <c:pt idx="13">
                  <c:v>0.833</c:v>
                </c:pt>
                <c:pt idx="14">
                  <c:v>0.792</c:v>
                </c:pt>
                <c:pt idx="15">
                  <c:v>0.754</c:v>
                </c:pt>
                <c:pt idx="16">
                  <c:v>0.719</c:v>
                </c:pt>
                <c:pt idx="17">
                  <c:v>0.685</c:v>
                </c:pt>
                <c:pt idx="18">
                  <c:v>0.654</c:v>
                </c:pt>
                <c:pt idx="19">
                  <c:v>0.625</c:v>
                </c:pt>
                <c:pt idx="20">
                  <c:v>0.597</c:v>
                </c:pt>
                <c:pt idx="21">
                  <c:v>0.571</c:v>
                </c:pt>
                <c:pt idx="22">
                  <c:v>0.547</c:v>
                </c:pt>
                <c:pt idx="23">
                  <c:v>0.524</c:v>
                </c:pt>
                <c:pt idx="24">
                  <c:v>0.503</c:v>
                </c:pt>
                <c:pt idx="25">
                  <c:v>0.483</c:v>
                </c:pt>
                <c:pt idx="26">
                  <c:v>0.464</c:v>
                </c:pt>
                <c:pt idx="27">
                  <c:v>0.446</c:v>
                </c:pt>
                <c:pt idx="28">
                  <c:v>0.43</c:v>
                </c:pt>
                <c:pt idx="29">
                  <c:v>0.414</c:v>
                </c:pt>
                <c:pt idx="30">
                  <c:v>0.4</c:v>
                </c:pt>
                <c:pt idx="31">
                  <c:v>0.386</c:v>
                </c:pt>
                <c:pt idx="32">
                  <c:v>0.373</c:v>
                </c:pt>
                <c:pt idx="33">
                  <c:v>0.361</c:v>
                </c:pt>
                <c:pt idx="34">
                  <c:v>0.35</c:v>
                </c:pt>
                <c:pt idx="35">
                  <c:v>0.34</c:v>
                </c:pt>
                <c:pt idx="36">
                  <c:v>0.33</c:v>
                </c:pt>
                <c:pt idx="37">
                  <c:v>0.321</c:v>
                </c:pt>
                <c:pt idx="38">
                  <c:v>0.312</c:v>
                </c:pt>
                <c:pt idx="39">
                  <c:v>0.304</c:v>
                </c:pt>
                <c:pt idx="40">
                  <c:v>0.296</c:v>
                </c:pt>
              </c:numCache>
            </c:numRef>
          </c:yVal>
        </c:ser>
        <c:ser>
          <c:idx val="1"/>
          <c:order val="1"/>
          <c:tx>
            <c:v>реализация 1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</c:numCache>
            </c:numRef>
          </c:xVal>
          <c:yVal>
            <c:numRef>
              <c:f>'Chart Data'!$D$2:$D$42</c:f>
              <c:numCache>
                <c:formatCode>General</c:formatCode>
                <c:ptCount val="41"/>
                <c:pt idx="0">
                  <c:v>1.52</c:v>
                </c:pt>
                <c:pt idx="1">
                  <c:v>1.521</c:v>
                </c:pt>
                <c:pt idx="2">
                  <c:v>1.445</c:v>
                </c:pt>
                <c:pt idx="3">
                  <c:v>1.381</c:v>
                </c:pt>
                <c:pt idx="4">
                  <c:v>1.31</c:v>
                </c:pt>
                <c:pt idx="5">
                  <c:v>1.168</c:v>
                </c:pt>
                <c:pt idx="6">
                  <c:v>1.155</c:v>
                </c:pt>
                <c:pt idx="7">
                  <c:v>1.086</c:v>
                </c:pt>
                <c:pt idx="8">
                  <c:v>1.055</c:v>
                </c:pt>
                <c:pt idx="9">
                  <c:v>1.051</c:v>
                </c:pt>
                <c:pt idx="10">
                  <c:v>0.99</c:v>
                </c:pt>
                <c:pt idx="11">
                  <c:v>0.956</c:v>
                </c:pt>
                <c:pt idx="12">
                  <c:v>0.821</c:v>
                </c:pt>
                <c:pt idx="13">
                  <c:v>0.712</c:v>
                </c:pt>
                <c:pt idx="14">
                  <c:v>0.691</c:v>
                </c:pt>
                <c:pt idx="15">
                  <c:v>0.576</c:v>
                </c:pt>
                <c:pt idx="16">
                  <c:v>0.514</c:v>
                </c:pt>
                <c:pt idx="17">
                  <c:v>0.556</c:v>
                </c:pt>
                <c:pt idx="18">
                  <c:v>0.575</c:v>
                </c:pt>
                <c:pt idx="19">
                  <c:v>0.559</c:v>
                </c:pt>
                <c:pt idx="20">
                  <c:v>0.489</c:v>
                </c:pt>
                <c:pt idx="21">
                  <c:v>0.464</c:v>
                </c:pt>
                <c:pt idx="22">
                  <c:v>0.508</c:v>
                </c:pt>
                <c:pt idx="23">
                  <c:v>0.377</c:v>
                </c:pt>
                <c:pt idx="24">
                  <c:v>0.33</c:v>
                </c:pt>
                <c:pt idx="25">
                  <c:v>0.285</c:v>
                </c:pt>
                <c:pt idx="26">
                  <c:v>0.234</c:v>
                </c:pt>
                <c:pt idx="27">
                  <c:v>0.266</c:v>
                </c:pt>
                <c:pt idx="28">
                  <c:v>0.364</c:v>
                </c:pt>
                <c:pt idx="29">
                  <c:v>0.392</c:v>
                </c:pt>
                <c:pt idx="30">
                  <c:v>0.397</c:v>
                </c:pt>
                <c:pt idx="31">
                  <c:v>0.374</c:v>
                </c:pt>
                <c:pt idx="32">
                  <c:v>0.413</c:v>
                </c:pt>
                <c:pt idx="33">
                  <c:v>0.376</c:v>
                </c:pt>
                <c:pt idx="34">
                  <c:v>0.447</c:v>
                </c:pt>
                <c:pt idx="35">
                  <c:v>0.43</c:v>
                </c:pt>
                <c:pt idx="36">
                  <c:v>0.402</c:v>
                </c:pt>
                <c:pt idx="37">
                  <c:v>0.417</c:v>
                </c:pt>
                <c:pt idx="38">
                  <c:v>0.351</c:v>
                </c:pt>
                <c:pt idx="39">
                  <c:v>0.304</c:v>
                </c:pt>
                <c:pt idx="40">
                  <c:v>0.341</c:v>
                </c:pt>
              </c:numCache>
            </c:numRef>
          </c:yVal>
        </c:ser>
        <c:ser>
          <c:idx val="2"/>
          <c:order val="2"/>
          <c:tx>
            <c:v>реализация 2</c:v>
          </c:tx>
          <c:spPr>
            <a:ln xmlns:a="http://schemas.openxmlformats.org/drawingml/2006/main" w="1905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</c:numCache>
            </c:numRef>
          </c:xVal>
          <c:yVal>
            <c:numRef>
              <c:f>'Chart Data'!$F$2:$F$42</c:f>
              <c:numCache>
                <c:formatCode>General</c:formatCode>
                <c:ptCount val="41"/>
                <c:pt idx="0">
                  <c:v>1.52</c:v>
                </c:pt>
                <c:pt idx="1">
                  <c:v>1.321</c:v>
                </c:pt>
                <c:pt idx="2">
                  <c:v>1.221</c:v>
                </c:pt>
                <c:pt idx="3">
                  <c:v>1.066</c:v>
                </c:pt>
                <c:pt idx="4">
                  <c:v>0.896</c:v>
                </c:pt>
                <c:pt idx="5">
                  <c:v>0.898</c:v>
                </c:pt>
                <c:pt idx="6">
                  <c:v>0.851</c:v>
                </c:pt>
                <c:pt idx="7">
                  <c:v>0.862</c:v>
                </c:pt>
                <c:pt idx="8">
                  <c:v>0.876</c:v>
                </c:pt>
                <c:pt idx="9">
                  <c:v>0.819</c:v>
                </c:pt>
                <c:pt idx="10">
                  <c:v>0.705</c:v>
                </c:pt>
                <c:pt idx="11">
                  <c:v>0.688</c:v>
                </c:pt>
                <c:pt idx="12">
                  <c:v>0.61</c:v>
                </c:pt>
                <c:pt idx="13">
                  <c:v>0.522</c:v>
                </c:pt>
                <c:pt idx="14">
                  <c:v>0.49</c:v>
                </c:pt>
                <c:pt idx="15">
                  <c:v>0.573</c:v>
                </c:pt>
                <c:pt idx="16">
                  <c:v>0.52</c:v>
                </c:pt>
                <c:pt idx="17">
                  <c:v>0.466</c:v>
                </c:pt>
                <c:pt idx="18">
                  <c:v>0.425</c:v>
                </c:pt>
                <c:pt idx="19">
                  <c:v>0.359</c:v>
                </c:pt>
                <c:pt idx="20">
                  <c:v>0.332</c:v>
                </c:pt>
                <c:pt idx="21">
                  <c:v>0.35</c:v>
                </c:pt>
                <c:pt idx="22">
                  <c:v>0.266</c:v>
                </c:pt>
                <c:pt idx="23">
                  <c:v>0.272</c:v>
                </c:pt>
                <c:pt idx="24">
                  <c:v>0.216</c:v>
                </c:pt>
                <c:pt idx="25">
                  <c:v>0.199</c:v>
                </c:pt>
                <c:pt idx="26">
                  <c:v>0.178</c:v>
                </c:pt>
                <c:pt idx="27">
                  <c:v>0.141</c:v>
                </c:pt>
                <c:pt idx="28">
                  <c:v>0.23</c:v>
                </c:pt>
                <c:pt idx="29">
                  <c:v>0.145</c:v>
                </c:pt>
                <c:pt idx="30">
                  <c:v>0.203</c:v>
                </c:pt>
                <c:pt idx="31">
                  <c:v>0.285</c:v>
                </c:pt>
                <c:pt idx="32">
                  <c:v>0.289</c:v>
                </c:pt>
                <c:pt idx="33">
                  <c:v>0.217</c:v>
                </c:pt>
                <c:pt idx="34">
                  <c:v>0.151</c:v>
                </c:pt>
                <c:pt idx="35">
                  <c:v>0.139</c:v>
                </c:pt>
                <c:pt idx="36">
                  <c:v>0.105</c:v>
                </c:pt>
                <c:pt idx="37">
                  <c:v>0.118</c:v>
                </c:pt>
                <c:pt idx="38">
                  <c:v>0.16</c:v>
                </c:pt>
                <c:pt idx="39">
                  <c:v>0.303</c:v>
                </c:pt>
                <c:pt idx="40">
                  <c:v>0.303</c:v>
                </c:pt>
              </c:numCache>
            </c:numRef>
          </c:yVal>
        </c:ser>
        <c:ser>
          <c:idx val="3"/>
          <c:order val="3"/>
          <c:tx>
            <c:v>реализация 3</c:v>
          </c:tx>
          <c:spPr>
            <a:ln xmlns:a="http://schemas.openxmlformats.org/drawingml/2006/main" w="19050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Data'!$G$2:$G$42</c:f>
              <c:numCache>
                <c:formatCode>General</c:formatCode>
                <c:ptCount val="4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</c:numCache>
            </c:numRef>
          </c:xVal>
          <c:yVal>
            <c:numRef>
              <c:f>'Chart Data'!$H$2:$H$42</c:f>
              <c:numCache>
                <c:formatCode>General</c:formatCode>
                <c:ptCount val="41"/>
                <c:pt idx="0">
                  <c:v>1.52</c:v>
                </c:pt>
                <c:pt idx="1">
                  <c:v>1.525</c:v>
                </c:pt>
                <c:pt idx="2">
                  <c:v>1.392</c:v>
                </c:pt>
                <c:pt idx="3">
                  <c:v>1.283</c:v>
                </c:pt>
                <c:pt idx="4">
                  <c:v>1.115</c:v>
                </c:pt>
                <c:pt idx="5">
                  <c:v>0.966</c:v>
                </c:pt>
                <c:pt idx="6">
                  <c:v>0.881</c:v>
                </c:pt>
                <c:pt idx="7">
                  <c:v>0.864</c:v>
                </c:pt>
                <c:pt idx="8">
                  <c:v>0.848</c:v>
                </c:pt>
                <c:pt idx="9">
                  <c:v>0.858</c:v>
                </c:pt>
                <c:pt idx="10">
                  <c:v>0.777</c:v>
                </c:pt>
                <c:pt idx="11">
                  <c:v>0.868</c:v>
                </c:pt>
                <c:pt idx="12">
                  <c:v>0.809</c:v>
                </c:pt>
                <c:pt idx="13">
                  <c:v>0.851</c:v>
                </c:pt>
                <c:pt idx="14">
                  <c:v>0.9</c:v>
                </c:pt>
                <c:pt idx="15">
                  <c:v>0.858</c:v>
                </c:pt>
                <c:pt idx="16">
                  <c:v>0.835</c:v>
                </c:pt>
                <c:pt idx="17">
                  <c:v>0.793</c:v>
                </c:pt>
                <c:pt idx="18">
                  <c:v>0.78</c:v>
                </c:pt>
                <c:pt idx="19">
                  <c:v>0.775</c:v>
                </c:pt>
                <c:pt idx="20">
                  <c:v>0.68</c:v>
                </c:pt>
                <c:pt idx="21">
                  <c:v>0.666</c:v>
                </c:pt>
                <c:pt idx="22">
                  <c:v>0.651</c:v>
                </c:pt>
                <c:pt idx="23">
                  <c:v>0.652</c:v>
                </c:pt>
                <c:pt idx="24">
                  <c:v>0.578</c:v>
                </c:pt>
                <c:pt idx="25">
                  <c:v>0.561</c:v>
                </c:pt>
                <c:pt idx="26">
                  <c:v>0.476</c:v>
                </c:pt>
                <c:pt idx="27">
                  <c:v>0.419</c:v>
                </c:pt>
                <c:pt idx="28">
                  <c:v>0.439</c:v>
                </c:pt>
                <c:pt idx="29">
                  <c:v>0.484</c:v>
                </c:pt>
                <c:pt idx="30">
                  <c:v>0.405</c:v>
                </c:pt>
                <c:pt idx="31">
                  <c:v>0.387</c:v>
                </c:pt>
                <c:pt idx="32">
                  <c:v>0.375</c:v>
                </c:pt>
                <c:pt idx="33">
                  <c:v>0.474</c:v>
                </c:pt>
                <c:pt idx="34">
                  <c:v>0.488</c:v>
                </c:pt>
                <c:pt idx="35">
                  <c:v>0.521</c:v>
                </c:pt>
                <c:pt idx="36">
                  <c:v>0.42</c:v>
                </c:pt>
                <c:pt idx="37">
                  <c:v>0.386</c:v>
                </c:pt>
                <c:pt idx="38">
                  <c:v>0.351</c:v>
                </c:pt>
                <c:pt idx="39">
                  <c:v>0.397</c:v>
                </c:pt>
                <c:pt idx="40">
                  <c:v>0.382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состояние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8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C(t)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</c:v>
                </c:pt>
                <c:pt idx="11">
                  <c:v>4.4</c:v>
                </c:pt>
                <c:pt idx="12">
                  <c:v>4.8</c:v>
                </c:pt>
                <c:pt idx="13">
                  <c:v>5.2</c:v>
                </c:pt>
                <c:pt idx="14">
                  <c:v>5.6</c:v>
                </c:pt>
                <c:pt idx="15">
                  <c:v>6</c:v>
                </c:pt>
                <c:pt idx="16">
                  <c:v>6.4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8</c:v>
                </c:pt>
                <c:pt idx="21">
                  <c:v>8.4</c:v>
                </c:pt>
                <c:pt idx="22">
                  <c:v>8.8</c:v>
                </c:pt>
                <c:pt idx="23">
                  <c:v>9.2</c:v>
                </c:pt>
                <c:pt idx="24">
                  <c:v>9.6</c:v>
                </c:pt>
                <c:pt idx="25">
                  <c:v>10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1.95</c:v>
                </c:pt>
                <c:pt idx="1">
                  <c:v>1.6716</c:v>
                </c:pt>
                <c:pt idx="2">
                  <c:v>1.4363</c:v>
                </c:pt>
                <c:pt idx="3">
                  <c:v>1.2374</c:v>
                </c:pt>
                <c:pt idx="4">
                  <c:v>1.0692</c:v>
                </c:pt>
                <c:pt idx="5">
                  <c:v>0.9271</c:v>
                </c:pt>
                <c:pt idx="6">
                  <c:v>0.8069</c:v>
                </c:pt>
                <c:pt idx="7">
                  <c:v>0.7053</c:v>
                </c:pt>
                <c:pt idx="8">
                  <c:v>0.6194</c:v>
                </c:pt>
                <c:pt idx="9">
                  <c:v>0.5468</c:v>
                </c:pt>
                <c:pt idx="10">
                  <c:v>0.4855</c:v>
                </c:pt>
                <c:pt idx="11">
                  <c:v>0.4336</c:v>
                </c:pt>
                <c:pt idx="12">
                  <c:v>0.3897</c:v>
                </c:pt>
                <c:pt idx="13">
                  <c:v>0.3527</c:v>
                </c:pt>
                <c:pt idx="14">
                  <c:v>0.3213</c:v>
                </c:pt>
                <c:pt idx="15">
                  <c:v>0.2948</c:v>
                </c:pt>
                <c:pt idx="16">
                  <c:v>0.2724</c:v>
                </c:pt>
                <c:pt idx="17">
                  <c:v>0.2535</c:v>
                </c:pt>
                <c:pt idx="18">
                  <c:v>0.2375</c:v>
                </c:pt>
                <c:pt idx="19">
                  <c:v>0.224</c:v>
                </c:pt>
                <c:pt idx="20">
                  <c:v>0.2125</c:v>
                </c:pt>
                <c:pt idx="21">
                  <c:v>0.2029</c:v>
                </c:pt>
                <c:pt idx="22">
                  <c:v>0.1947</c:v>
                </c:pt>
                <c:pt idx="23">
                  <c:v>0.1878</c:v>
                </c:pt>
                <c:pt idx="24">
                  <c:v>0.1819</c:v>
                </c:pt>
                <c:pt idx="25">
                  <c:v>0.177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концентрация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ошибка в C(10)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  <c:pt idx="3">
                  <c:v>0.125</c:v>
                </c:pt>
                <c:pt idx="4">
                  <c:v>0.0625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0.087</c:v>
                </c:pt>
                <c:pt idx="1">
                  <c:v>0.039</c:v>
                </c:pt>
                <c:pt idx="2">
                  <c:v>0.018</c:v>
                </c:pt>
                <c:pt idx="3">
                  <c:v>0.0086</c:v>
                </c:pt>
                <c:pt idx="4">
                  <c:v>0.0042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абсолютная ошибка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2"/>
      </c:valAx>
      <c:valAx>
        <c:axId val="48650112"/>
        <c:scaling>
          <c:orientation val="minMax"/>
          <c:max val="1.0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шаг Δt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измерения</c:v>
          </c:tx>
          <c:spPr>
            <a:ln xmlns:a="http://schemas.openxmlformats.org/drawingml/2006/main" w="9525">
              <a:solidFill>
                <a:srgbClr val="4EA8DE"/>
              </a:solidFill>
              <a:prstDash val="dot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</c:v>
                </c:pt>
                <c:pt idx="11">
                  <c:v>4.4</c:v>
                </c:pt>
                <c:pt idx="12">
                  <c:v>4.8</c:v>
                </c:pt>
                <c:pt idx="13">
                  <c:v>5.2</c:v>
                </c:pt>
                <c:pt idx="14">
                  <c:v>5.6</c:v>
                </c:pt>
                <c:pt idx="15">
                  <c:v>6</c:v>
                </c:pt>
                <c:pt idx="16">
                  <c:v>6.4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8</c:v>
                </c:pt>
                <c:pt idx="21">
                  <c:v>8.4</c:v>
                </c:pt>
                <c:pt idx="22">
                  <c:v>8.8</c:v>
                </c:pt>
                <c:pt idx="23">
                  <c:v>9.2</c:v>
                </c:pt>
                <c:pt idx="24">
                  <c:v>9.6</c:v>
                </c:pt>
                <c:pt idx="25">
                  <c:v>10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1.98</c:v>
                </c:pt>
                <c:pt idx="1">
                  <c:v>1.6316</c:v>
                </c:pt>
                <c:pt idx="2">
                  <c:v>1.4563</c:v>
                </c:pt>
                <c:pt idx="3">
                  <c:v>1.2974</c:v>
                </c:pt>
                <c:pt idx="4">
                  <c:v>1.0392</c:v>
                </c:pt>
                <c:pt idx="5">
                  <c:v>0.9371</c:v>
                </c:pt>
                <c:pt idx="6">
                  <c:v>0.8469</c:v>
                </c:pt>
                <c:pt idx="7">
                  <c:v>0.6853</c:v>
                </c:pt>
                <c:pt idx="8">
                  <c:v>0.5694</c:v>
                </c:pt>
                <c:pt idx="9">
                  <c:v>0.5768</c:v>
                </c:pt>
                <c:pt idx="10">
                  <c:v>0.4955</c:v>
                </c:pt>
                <c:pt idx="11">
                  <c:v>0.4136</c:v>
                </c:pt>
                <c:pt idx="12">
                  <c:v>0.4297</c:v>
                </c:pt>
                <c:pt idx="13">
                  <c:v>0.3427</c:v>
                </c:pt>
                <c:pt idx="14">
                  <c:v>0.2913</c:v>
                </c:pt>
                <c:pt idx="15">
                  <c:v>0.3148</c:v>
                </c:pt>
                <c:pt idx="16">
                  <c:v>0.2924</c:v>
                </c:pt>
                <c:pt idx="17">
                  <c:v>0.2435</c:v>
                </c:pt>
                <c:pt idx="18">
                  <c:v>0.2675</c:v>
                </c:pt>
                <c:pt idx="19">
                  <c:v>0.204</c:v>
                </c:pt>
                <c:pt idx="20">
                  <c:v>0.2225</c:v>
                </c:pt>
                <c:pt idx="21">
                  <c:v>0.1929</c:v>
                </c:pt>
                <c:pt idx="22">
                  <c:v>0.2147</c:v>
                </c:pt>
                <c:pt idx="23">
                  <c:v>0.1678</c:v>
                </c:pt>
                <c:pt idx="24">
                  <c:v>0.1919</c:v>
                </c:pt>
                <c:pt idx="25">
                  <c:v>0.167</c:v>
                </c:pt>
              </c:numCache>
            </c:numRef>
          </c:yVal>
        </c:ser>
        <c:ser>
          <c:idx val="1"/>
          <c:order val="1"/>
          <c:tx>
            <c:v>аппроксимация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Data'!$C$2:$C$27</c:f>
              <c:numCache>
                <c:formatCode>General</c:formatCode>
                <c:ptCount val="26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</c:v>
                </c:pt>
                <c:pt idx="11">
                  <c:v>4.4</c:v>
                </c:pt>
                <c:pt idx="12">
                  <c:v>4.8</c:v>
                </c:pt>
                <c:pt idx="13">
                  <c:v>5.2</c:v>
                </c:pt>
                <c:pt idx="14">
                  <c:v>5.6</c:v>
                </c:pt>
                <c:pt idx="15">
                  <c:v>6</c:v>
                </c:pt>
                <c:pt idx="16">
                  <c:v>6.4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8</c:v>
                </c:pt>
                <c:pt idx="21">
                  <c:v>8.4</c:v>
                </c:pt>
                <c:pt idx="22">
                  <c:v>8.8</c:v>
                </c:pt>
                <c:pt idx="23">
                  <c:v>9.2</c:v>
                </c:pt>
                <c:pt idx="24">
                  <c:v>9.6</c:v>
                </c:pt>
                <c:pt idx="25">
                  <c:v>10</c:v>
                </c:pt>
              </c:numCache>
            </c:numRef>
          </c:xVal>
          <c:yVal>
            <c:numRef>
              <c:f>'Chart Data'!$D$2:$D$27</c:f>
              <c:numCache>
                <c:formatCode>General</c:formatCode>
                <c:ptCount val="26"/>
                <c:pt idx="0">
                  <c:v>1.978</c:v>
                </c:pt>
                <c:pt idx="1">
                  <c:v>1.6857</c:v>
                </c:pt>
                <c:pt idx="2">
                  <c:v>1.4402</c:v>
                </c:pt>
                <c:pt idx="3">
                  <c:v>1.2338</c:v>
                </c:pt>
                <c:pt idx="4">
                  <c:v>1.0604</c:v>
                </c:pt>
                <c:pt idx="5">
                  <c:v>0.9147</c:v>
                </c:pt>
                <c:pt idx="6">
                  <c:v>0.7922</c:v>
                </c:pt>
                <c:pt idx="7">
                  <c:v>0.6894</c:v>
                </c:pt>
                <c:pt idx="8">
                  <c:v>0.6029</c:v>
                </c:pt>
                <c:pt idx="9">
                  <c:v>0.5302</c:v>
                </c:pt>
                <c:pt idx="10">
                  <c:v>0.4692</c:v>
                </c:pt>
                <c:pt idx="11">
                  <c:v>0.4179</c:v>
                </c:pt>
                <c:pt idx="12">
                  <c:v>0.3748</c:v>
                </c:pt>
                <c:pt idx="13">
                  <c:v>0.3386</c:v>
                </c:pt>
                <c:pt idx="14">
                  <c:v>0.3081</c:v>
                </c:pt>
                <c:pt idx="15">
                  <c:v>0.2826</c:v>
                </c:pt>
                <c:pt idx="16">
                  <c:v>0.2611</c:v>
                </c:pt>
                <c:pt idx="17">
                  <c:v>0.243</c:v>
                </c:pt>
                <c:pt idx="18">
                  <c:v>0.2278</c:v>
                </c:pt>
                <c:pt idx="19">
                  <c:v>0.2151</c:v>
                </c:pt>
                <c:pt idx="20">
                  <c:v>0.2044</c:v>
                </c:pt>
                <c:pt idx="21">
                  <c:v>0.1954</c:v>
                </c:pt>
                <c:pt idx="22">
                  <c:v>0.1878</c:v>
                </c:pt>
                <c:pt idx="23">
                  <c:v>0.1815</c:v>
                </c:pt>
                <c:pt idx="24">
                  <c:v>0.1761</c:v>
                </c:pt>
                <c:pt idx="25">
                  <c:v>0.1716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сигнал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χ²</c:v>
          </c:tx>
          <c:spPr>
            <a:solidFill xmlns:a="http://schemas.openxmlformats.org/drawingml/2006/main">
              <a:srgbClr val="C4A7FF"/>
            </a:solidFill>
          </c:spPr>
          <c:cat>
            <c:strRef>
              <c:f>'Chart Data'!$A$2:$A$7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1.08</c:v>
                </c:pt>
                <c:pt idx="1">
                  <c:v>1.1</c:v>
                </c:pt>
                <c:pt idx="2">
                  <c:v>1.09</c:v>
                </c:pt>
                <c:pt idx="3">
                  <c:v>2.7</c:v>
                </c:pt>
                <c:pt idx="4">
                  <c:v>1.08</c:v>
                </c:pt>
                <c:pt idx="5">
                  <c:v>4.2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χ²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остаток</c:v>
          </c:tx>
          <c:spPr>
            <a:ln xmlns:a="http://schemas.openxmlformats.org/drawingml/2006/main" w="9525">
              <a:solidFill>
                <a:srgbClr val="4EA8DE"/>
              </a:solidFill>
              <a:prstDash val="dot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</c:v>
                </c:pt>
                <c:pt idx="11">
                  <c:v>4.4</c:v>
                </c:pt>
                <c:pt idx="12">
                  <c:v>4.8</c:v>
                </c:pt>
                <c:pt idx="13">
                  <c:v>5.2</c:v>
                </c:pt>
                <c:pt idx="14">
                  <c:v>5.6</c:v>
                </c:pt>
                <c:pt idx="15">
                  <c:v>6</c:v>
                </c:pt>
                <c:pt idx="16">
                  <c:v>6.4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8</c:v>
                </c:pt>
                <c:pt idx="21">
                  <c:v>8.4</c:v>
                </c:pt>
                <c:pt idx="22">
                  <c:v>8.8</c:v>
                </c:pt>
                <c:pt idx="23">
                  <c:v>9.2</c:v>
                </c:pt>
                <c:pt idx="24">
                  <c:v>9.6</c:v>
                </c:pt>
                <c:pt idx="25">
                  <c:v>10</c:v>
                </c:pt>
              </c:numCache>
            </c:numRef>
          </c:xVal>
          <c:yVal>
            <c:numRef>
              <c:f>'Chart Data'!$B$2:$B$27</c:f>
              <c:numCache>
                <c:formatCode>0.00</c:formatCode>
                <c:ptCount val="26"/>
                <c:pt idx="0">
                  <c:v>0.002</c:v>
                </c:pt>
                <c:pt idx="1">
                  <c:v>-0.0541</c:v>
                </c:pt>
                <c:pt idx="2">
                  <c:v>0.0161</c:v>
                </c:pt>
                <c:pt idx="3">
                  <c:v>0.0636</c:v>
                </c:pt>
                <c:pt idx="4">
                  <c:v>-0.0212</c:v>
                </c:pt>
                <c:pt idx="5">
                  <c:v>0.0224</c:v>
                </c:pt>
                <c:pt idx="6">
                  <c:v>0.0547</c:v>
                </c:pt>
                <c:pt idx="7">
                  <c:v>-0.0041</c:v>
                </c:pt>
                <c:pt idx="8">
                  <c:v>-0.0335</c:v>
                </c:pt>
                <c:pt idx="9">
                  <c:v>0.0466</c:v>
                </c:pt>
                <c:pt idx="10">
                  <c:v>0.0263</c:v>
                </c:pt>
                <c:pt idx="11">
                  <c:v>-0.0043</c:v>
                </c:pt>
                <c:pt idx="12">
                  <c:v>0.0549</c:v>
                </c:pt>
                <c:pt idx="13">
                  <c:v>0.0041</c:v>
                </c:pt>
                <c:pt idx="14">
                  <c:v>-0.0168</c:v>
                </c:pt>
                <c:pt idx="15">
                  <c:v>0.0322</c:v>
                </c:pt>
                <c:pt idx="16">
                  <c:v>0.0313</c:v>
                </c:pt>
                <c:pt idx="17">
                  <c:v>0.0005</c:v>
                </c:pt>
                <c:pt idx="18">
                  <c:v>0.0397</c:v>
                </c:pt>
                <c:pt idx="19">
                  <c:v>-0.0111</c:v>
                </c:pt>
                <c:pt idx="20">
                  <c:v>0.0181</c:v>
                </c:pt>
                <c:pt idx="21">
                  <c:v>-0.0025</c:v>
                </c:pt>
                <c:pt idx="22">
                  <c:v>0.0269</c:v>
                </c:pt>
                <c:pt idx="23">
                  <c:v>-0.0137</c:v>
                </c:pt>
                <c:pt idx="24">
                  <c:v>0.0158</c:v>
                </c:pt>
                <c:pt idx="25">
                  <c:v>-0.0046</c:v>
                </c:pt>
              </c:numCache>
            </c:numRef>
          </c:yVal>
        </c:ser>
        <c:ser>
          <c:idx val="1"/>
          <c:order val="1"/>
          <c:tx>
            <c:v>нулевой уровень</c:v>
          </c:tx>
          <c:spPr>
            <a:ln xmlns:a="http://schemas.openxmlformats.org/drawingml/2006/main" w="19050">
              <a:solidFill>
                <a:srgbClr val="A6B7C9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8"/>
          <c:min val="-0.08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y − ŷ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4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систематический тренд</c:v>
          </c:tx>
          <c:spPr>
            <a:ln xmlns:a="http://schemas.openxmlformats.org/drawingml/2006/main" w="28575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0.333</c:v>
                </c:pt>
                <c:pt idx="2">
                  <c:v>0.667</c:v>
                </c:pt>
                <c:pt idx="3">
                  <c:v>1</c:v>
                </c:pt>
                <c:pt idx="4">
                  <c:v>1.333</c:v>
                </c:pt>
                <c:pt idx="5">
                  <c:v>1.667</c:v>
                </c:pt>
                <c:pt idx="6">
                  <c:v>2</c:v>
                </c:pt>
                <c:pt idx="7">
                  <c:v>2.333</c:v>
                </c:pt>
                <c:pt idx="8">
                  <c:v>2.667</c:v>
                </c:pt>
                <c:pt idx="9">
                  <c:v>3</c:v>
                </c:pt>
                <c:pt idx="10">
                  <c:v>3.333</c:v>
                </c:pt>
                <c:pt idx="11">
                  <c:v>3.667</c:v>
                </c:pt>
                <c:pt idx="12">
                  <c:v>4</c:v>
                </c:pt>
                <c:pt idx="13">
                  <c:v>4.333</c:v>
                </c:pt>
                <c:pt idx="14">
                  <c:v>4.667</c:v>
                </c:pt>
                <c:pt idx="15">
                  <c:v>5</c:v>
                </c:pt>
                <c:pt idx="16">
                  <c:v>5.333</c:v>
                </c:pt>
                <c:pt idx="17">
                  <c:v>5.667</c:v>
                </c:pt>
                <c:pt idx="18">
                  <c:v>6</c:v>
                </c:pt>
                <c:pt idx="19">
                  <c:v>6.333</c:v>
                </c:pt>
                <c:pt idx="20">
                  <c:v>6.667</c:v>
                </c:pt>
                <c:pt idx="21">
                  <c:v>7</c:v>
                </c:pt>
                <c:pt idx="22">
                  <c:v>7.333</c:v>
                </c:pt>
                <c:pt idx="23">
                  <c:v>7.667</c:v>
                </c:pt>
                <c:pt idx="24">
                  <c:v>8</c:v>
                </c:pt>
                <c:pt idx="25">
                  <c:v>8.333</c:v>
                </c:pt>
                <c:pt idx="26">
                  <c:v>8.667</c:v>
                </c:pt>
                <c:pt idx="27">
                  <c:v>9</c:v>
                </c:pt>
                <c:pt idx="28">
                  <c:v>9.333</c:v>
                </c:pt>
                <c:pt idx="29">
                  <c:v>9.667</c:v>
                </c:pt>
                <c:pt idx="30">
                  <c:v>10</c:v>
                </c:pt>
              </c:numCache>
            </c:numRef>
          </c:xVal>
          <c:yVal>
            <c:numRef>
              <c:f>'Chart Data'!$B$2:$B$32</c:f>
              <c:numCache>
                <c:formatCode>0.0</c:formatCode>
                <c:ptCount val="31"/>
                <c:pt idx="0">
                  <c:v>-0.1</c:v>
                </c:pt>
                <c:pt idx="1">
                  <c:v>-0.083</c:v>
                </c:pt>
                <c:pt idx="2">
                  <c:v>-0.07</c:v>
                </c:pt>
                <c:pt idx="3">
                  <c:v>-0.066</c:v>
                </c:pt>
                <c:pt idx="4">
                  <c:v>-0.068</c:v>
                </c:pt>
                <c:pt idx="5">
                  <c:v>-0.073</c:v>
                </c:pt>
                <c:pt idx="6">
                  <c:v>-0.078</c:v>
                </c:pt>
                <c:pt idx="7">
                  <c:v>-0.076</c:v>
                </c:pt>
                <c:pt idx="8">
                  <c:v>-0.067</c:v>
                </c:pt>
                <c:pt idx="9">
                  <c:v>-0.051</c:v>
                </c:pt>
                <c:pt idx="10">
                  <c:v>-0.033</c:v>
                </c:pt>
                <c:pt idx="11">
                  <c:v>-0.018</c:v>
                </c:pt>
                <c:pt idx="12">
                  <c:v>-0.01</c:v>
                </c:pt>
                <c:pt idx="13">
                  <c:v>-0.01</c:v>
                </c:pt>
                <c:pt idx="14">
                  <c:v>-0.014</c:v>
                </c:pt>
                <c:pt idx="15">
                  <c:v>-0.02</c:v>
                </c:pt>
                <c:pt idx="16">
                  <c:v>-0.021</c:v>
                </c:pt>
                <c:pt idx="17">
                  <c:v>-0.015</c:v>
                </c:pt>
                <c:pt idx="18">
                  <c:v>-0.002</c:v>
                </c:pt>
                <c:pt idx="19">
                  <c:v>0.016</c:v>
                </c:pt>
                <c:pt idx="20">
                  <c:v>0.033</c:v>
                </c:pt>
                <c:pt idx="21">
                  <c:v>0.044</c:v>
                </c:pt>
                <c:pt idx="22">
                  <c:v>0.048</c:v>
                </c:pt>
                <c:pt idx="23">
                  <c:v>0.045</c:v>
                </c:pt>
                <c:pt idx="24">
                  <c:v>0.039</c:v>
                </c:pt>
                <c:pt idx="25">
                  <c:v>0.035</c:v>
                </c:pt>
                <c:pt idx="26">
                  <c:v>0.038</c:v>
                </c:pt>
                <c:pt idx="27">
                  <c:v>0.048</c:v>
                </c:pt>
                <c:pt idx="28">
                  <c:v>0.065</c:v>
                </c:pt>
                <c:pt idx="29">
                  <c:v>0.082</c:v>
                </c:pt>
                <c:pt idx="30">
                  <c:v>0.096</c:v>
                </c:pt>
              </c:numCache>
            </c:numRef>
          </c:yVal>
        </c:ser>
        <c:ser>
          <c:idx val="1"/>
          <c:order val="1"/>
          <c:tx>
            <c:v>периодичность</c:v>
          </c:tx>
          <c:spPr>
            <a:ln xmlns:a="http://schemas.openxmlformats.org/drawingml/2006/main" w="28575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0.333</c:v>
                </c:pt>
                <c:pt idx="2">
                  <c:v>0.667</c:v>
                </c:pt>
                <c:pt idx="3">
                  <c:v>1</c:v>
                </c:pt>
                <c:pt idx="4">
                  <c:v>1.333</c:v>
                </c:pt>
                <c:pt idx="5">
                  <c:v>1.667</c:v>
                </c:pt>
                <c:pt idx="6">
                  <c:v>2</c:v>
                </c:pt>
                <c:pt idx="7">
                  <c:v>2.333</c:v>
                </c:pt>
                <c:pt idx="8">
                  <c:v>2.667</c:v>
                </c:pt>
                <c:pt idx="9">
                  <c:v>3</c:v>
                </c:pt>
                <c:pt idx="10">
                  <c:v>3.333</c:v>
                </c:pt>
                <c:pt idx="11">
                  <c:v>3.667</c:v>
                </c:pt>
                <c:pt idx="12">
                  <c:v>4</c:v>
                </c:pt>
                <c:pt idx="13">
                  <c:v>4.333</c:v>
                </c:pt>
                <c:pt idx="14">
                  <c:v>4.667</c:v>
                </c:pt>
                <c:pt idx="15">
                  <c:v>5</c:v>
                </c:pt>
                <c:pt idx="16">
                  <c:v>5.333</c:v>
                </c:pt>
                <c:pt idx="17">
                  <c:v>5.667</c:v>
                </c:pt>
                <c:pt idx="18">
                  <c:v>6</c:v>
                </c:pt>
                <c:pt idx="19">
                  <c:v>6.333</c:v>
                </c:pt>
                <c:pt idx="20">
                  <c:v>6.667</c:v>
                </c:pt>
                <c:pt idx="21">
                  <c:v>7</c:v>
                </c:pt>
                <c:pt idx="22">
                  <c:v>7.333</c:v>
                </c:pt>
                <c:pt idx="23">
                  <c:v>7.667</c:v>
                </c:pt>
                <c:pt idx="24">
                  <c:v>8</c:v>
                </c:pt>
                <c:pt idx="25">
                  <c:v>8.333</c:v>
                </c:pt>
                <c:pt idx="26">
                  <c:v>8.667</c:v>
                </c:pt>
                <c:pt idx="27">
                  <c:v>9</c:v>
                </c:pt>
                <c:pt idx="28">
                  <c:v>9.333</c:v>
                </c:pt>
                <c:pt idx="29">
                  <c:v>9.667</c:v>
                </c:pt>
                <c:pt idx="30">
                  <c:v>10</c:v>
                </c:pt>
              </c:numCache>
            </c:numRef>
          </c:xVal>
          <c:yVal>
            <c:numRef>
              <c:f>'Chart Data'!$D$2:$D$32</c:f>
              <c:numCache>
                <c:formatCode>0.0</c:formatCode>
                <c:ptCount val="31"/>
                <c:pt idx="0">
                  <c:v>0.12</c:v>
                </c:pt>
                <c:pt idx="1">
                  <c:v>0.158</c:v>
                </c:pt>
                <c:pt idx="2">
                  <c:v>0.169</c:v>
                </c:pt>
                <c:pt idx="3">
                  <c:v>0.146</c:v>
                </c:pt>
                <c:pt idx="4">
                  <c:v>0.104</c:v>
                </c:pt>
                <c:pt idx="5">
                  <c:v>0.074</c:v>
                </c:pt>
                <c:pt idx="6">
                  <c:v>0.076</c:v>
                </c:pt>
                <c:pt idx="7">
                  <c:v>0.109</c:v>
                </c:pt>
                <c:pt idx="8">
                  <c:v>0.15</c:v>
                </c:pt>
                <c:pt idx="9">
                  <c:v>0.17</c:v>
                </c:pt>
                <c:pt idx="10">
                  <c:v>0.154</c:v>
                </c:pt>
                <c:pt idx="11">
                  <c:v>0.115</c:v>
                </c:pt>
                <c:pt idx="12">
                  <c:v>0.079</c:v>
                </c:pt>
                <c:pt idx="13">
                  <c:v>0.072</c:v>
                </c:pt>
                <c:pt idx="14">
                  <c:v>0.099</c:v>
                </c:pt>
                <c:pt idx="15">
                  <c:v>0.141</c:v>
                </c:pt>
                <c:pt idx="16">
                  <c:v>0.168</c:v>
                </c:pt>
                <c:pt idx="17">
                  <c:v>0.161</c:v>
                </c:pt>
                <c:pt idx="18">
                  <c:v>0.125</c:v>
                </c:pt>
                <c:pt idx="19">
                  <c:v>0.086</c:v>
                </c:pt>
                <c:pt idx="20">
                  <c:v>0.07</c:v>
                </c:pt>
                <c:pt idx="21">
                  <c:v>0.09</c:v>
                </c:pt>
                <c:pt idx="22">
                  <c:v>0.131</c:v>
                </c:pt>
                <c:pt idx="23">
                  <c:v>0.164</c:v>
                </c:pt>
                <c:pt idx="24">
                  <c:v>0.166</c:v>
                </c:pt>
                <c:pt idx="25">
                  <c:v>0.136</c:v>
                </c:pt>
                <c:pt idx="26">
                  <c:v>0.094</c:v>
                </c:pt>
                <c:pt idx="27">
                  <c:v>0.071</c:v>
                </c:pt>
                <c:pt idx="28">
                  <c:v>0.082</c:v>
                </c:pt>
                <c:pt idx="29">
                  <c:v>0.12</c:v>
                </c:pt>
                <c:pt idx="30">
                  <c:v>0.158</c:v>
                </c:pt>
              </c:numCache>
            </c:numRef>
          </c:yVal>
        </c:ser>
        <c:ser>
          <c:idx val="2"/>
          <c:order val="2"/>
          <c:tx>
            <c:v>рост дисперсии</c:v>
          </c:tx>
          <c:spPr>
            <a:ln xmlns:a="http://schemas.openxmlformats.org/drawingml/2006/main" w="19050">
              <a:solidFill>
                <a:srgbClr val="F9C74F"/>
              </a:solidFill>
              <a:prstDash val="dot"/>
            </a:ln>
          </c:spPr>
          <c:marker>
            <c:symbol val="circle"/>
            <c:size val="5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Data'!$E$2:$E$32</c:f>
              <c:numCache>
                <c:formatCode>General</c:formatCode>
                <c:ptCount val="31"/>
                <c:pt idx="0">
                  <c:v>0</c:v>
                </c:pt>
                <c:pt idx="1">
                  <c:v>0.333</c:v>
                </c:pt>
                <c:pt idx="2">
                  <c:v>0.667</c:v>
                </c:pt>
                <c:pt idx="3">
                  <c:v>1</c:v>
                </c:pt>
                <c:pt idx="4">
                  <c:v>1.333</c:v>
                </c:pt>
                <c:pt idx="5">
                  <c:v>1.667</c:v>
                </c:pt>
                <c:pt idx="6">
                  <c:v>2</c:v>
                </c:pt>
                <c:pt idx="7">
                  <c:v>2.333</c:v>
                </c:pt>
                <c:pt idx="8">
                  <c:v>2.667</c:v>
                </c:pt>
                <c:pt idx="9">
                  <c:v>3</c:v>
                </c:pt>
                <c:pt idx="10">
                  <c:v>3.333</c:v>
                </c:pt>
                <c:pt idx="11">
                  <c:v>3.667</c:v>
                </c:pt>
                <c:pt idx="12">
                  <c:v>4</c:v>
                </c:pt>
                <c:pt idx="13">
                  <c:v>4.333</c:v>
                </c:pt>
                <c:pt idx="14">
                  <c:v>4.667</c:v>
                </c:pt>
                <c:pt idx="15">
                  <c:v>5</c:v>
                </c:pt>
                <c:pt idx="16">
                  <c:v>5.333</c:v>
                </c:pt>
                <c:pt idx="17">
                  <c:v>5.667</c:v>
                </c:pt>
                <c:pt idx="18">
                  <c:v>6</c:v>
                </c:pt>
                <c:pt idx="19">
                  <c:v>6.333</c:v>
                </c:pt>
                <c:pt idx="20">
                  <c:v>6.667</c:v>
                </c:pt>
                <c:pt idx="21">
                  <c:v>7</c:v>
                </c:pt>
                <c:pt idx="22">
                  <c:v>7.333</c:v>
                </c:pt>
                <c:pt idx="23">
                  <c:v>7.667</c:v>
                </c:pt>
                <c:pt idx="24">
                  <c:v>8</c:v>
                </c:pt>
                <c:pt idx="25">
                  <c:v>8.333</c:v>
                </c:pt>
                <c:pt idx="26">
                  <c:v>8.667</c:v>
                </c:pt>
                <c:pt idx="27">
                  <c:v>9</c:v>
                </c:pt>
                <c:pt idx="28">
                  <c:v>9.333</c:v>
                </c:pt>
                <c:pt idx="29">
                  <c:v>9.667</c:v>
                </c:pt>
                <c:pt idx="30">
                  <c:v>10</c:v>
                </c:pt>
              </c:numCache>
            </c:numRef>
          </c:xVal>
          <c:yVal>
            <c:numRef>
              <c:f>'Chart Data'!$F$2:$F$32</c:f>
              <c:numCache>
                <c:formatCode>0.0</c:formatCode>
                <c:ptCount val="31"/>
                <c:pt idx="0">
                  <c:v>-0.138</c:v>
                </c:pt>
                <c:pt idx="1">
                  <c:v>-0.163</c:v>
                </c:pt>
                <c:pt idx="2">
                  <c:v>-0.135</c:v>
                </c:pt>
                <c:pt idx="3">
                  <c:v>-0.166</c:v>
                </c:pt>
                <c:pt idx="4">
                  <c:v>-0.133</c:v>
                </c:pt>
                <c:pt idx="5">
                  <c:v>-0.169</c:v>
                </c:pt>
                <c:pt idx="6">
                  <c:v>-0.13</c:v>
                </c:pt>
                <c:pt idx="7">
                  <c:v>-0.171</c:v>
                </c:pt>
                <c:pt idx="8">
                  <c:v>-0.127</c:v>
                </c:pt>
                <c:pt idx="9">
                  <c:v>-0.174</c:v>
                </c:pt>
                <c:pt idx="10">
                  <c:v>-0.125</c:v>
                </c:pt>
                <c:pt idx="11">
                  <c:v>-0.177</c:v>
                </c:pt>
                <c:pt idx="12">
                  <c:v>-0.122</c:v>
                </c:pt>
                <c:pt idx="13">
                  <c:v>-0.179</c:v>
                </c:pt>
                <c:pt idx="14">
                  <c:v>-0.119</c:v>
                </c:pt>
                <c:pt idx="15">
                  <c:v>-0.182</c:v>
                </c:pt>
                <c:pt idx="16">
                  <c:v>-0.117</c:v>
                </c:pt>
                <c:pt idx="17">
                  <c:v>-0.185</c:v>
                </c:pt>
                <c:pt idx="18">
                  <c:v>-0.114</c:v>
                </c:pt>
                <c:pt idx="19">
                  <c:v>-0.187</c:v>
                </c:pt>
                <c:pt idx="20">
                  <c:v>-0.111</c:v>
                </c:pt>
                <c:pt idx="21">
                  <c:v>-0.19</c:v>
                </c:pt>
                <c:pt idx="22">
                  <c:v>-0.109</c:v>
                </c:pt>
                <c:pt idx="23">
                  <c:v>-0.193</c:v>
                </c:pt>
                <c:pt idx="24">
                  <c:v>-0.106</c:v>
                </c:pt>
                <c:pt idx="25">
                  <c:v>-0.195</c:v>
                </c:pt>
                <c:pt idx="26">
                  <c:v>-0.103</c:v>
                </c:pt>
                <c:pt idx="27">
                  <c:v>-0.198</c:v>
                </c:pt>
                <c:pt idx="28">
                  <c:v>-0.101</c:v>
                </c:pt>
                <c:pt idx="29">
                  <c:v>-0.201</c:v>
                </c:pt>
                <c:pt idx="30">
                  <c:v>-0.098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2"/>
          <c:min val="-0.24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остаток со смещением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порядок наблюдений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данные</c:v>
          </c:tx>
          <c:spPr>
            <a:ln xmlns:a="http://schemas.openxmlformats.org/drawingml/2006/main" w="9525">
              <a:solidFill>
                <a:srgbClr val="4EA8DE"/>
              </a:solidFill>
              <a:prstDash val="dot"/>
            </a:ln>
          </c:spPr>
          <c:marker>
            <c:symbol val="circle"/>
            <c:size val="5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0.3</c:v>
                </c:pt>
                <c:pt idx="2">
                  <c:v>0.6</c:v>
                </c:pt>
                <c:pt idx="3">
                  <c:v>0.9</c:v>
                </c:pt>
                <c:pt idx="4">
                  <c:v>1.2</c:v>
                </c:pt>
                <c:pt idx="5">
                  <c:v>1.5</c:v>
                </c:pt>
                <c:pt idx="6">
                  <c:v>1.8</c:v>
                </c:pt>
                <c:pt idx="7">
                  <c:v>2.1</c:v>
                </c:pt>
                <c:pt idx="8">
                  <c:v>2.4</c:v>
                </c:pt>
                <c:pt idx="9">
                  <c:v>2.7</c:v>
                </c:pt>
                <c:pt idx="10">
                  <c:v>3</c:v>
                </c:pt>
                <c:pt idx="11">
                  <c:v>3.3</c:v>
                </c:pt>
                <c:pt idx="12">
                  <c:v>3.6</c:v>
                </c:pt>
                <c:pt idx="13">
                  <c:v>3.9</c:v>
                </c:pt>
                <c:pt idx="14">
                  <c:v>4.2</c:v>
                </c:pt>
                <c:pt idx="15">
                  <c:v>4.5</c:v>
                </c:pt>
                <c:pt idx="16">
                  <c:v>4.8</c:v>
                </c:pt>
                <c:pt idx="17">
                  <c:v>5.1</c:v>
                </c:pt>
                <c:pt idx="18">
                  <c:v>5.4</c:v>
                </c:pt>
                <c:pt idx="19">
                  <c:v>5.7</c:v>
                </c:pt>
                <c:pt idx="20">
                  <c:v>6</c:v>
                </c:pt>
                <c:pt idx="21">
                  <c:v>6.3</c:v>
                </c:pt>
                <c:pt idx="22">
                  <c:v>6.6</c:v>
                </c:pt>
                <c:pt idx="23">
                  <c:v>6.9</c:v>
                </c:pt>
                <c:pt idx="24">
                  <c:v>7.2</c:v>
                </c:pt>
                <c:pt idx="25">
                  <c:v>7.5</c:v>
                </c:pt>
                <c:pt idx="26">
                  <c:v>7.8</c:v>
                </c:pt>
                <c:pt idx="27">
                  <c:v>8.1</c:v>
                </c:pt>
                <c:pt idx="28">
                  <c:v>8.4</c:v>
                </c:pt>
                <c:pt idx="29">
                  <c:v>8.7</c:v>
                </c:pt>
                <c:pt idx="30">
                  <c:v>9</c:v>
                </c:pt>
                <c:pt idx="31">
                  <c:v>9.3</c:v>
                </c:pt>
                <c:pt idx="32">
                  <c:v>9.6</c:v>
                </c:pt>
                <c:pt idx="33">
                  <c:v>9.9</c:v>
                </c:pt>
                <c:pt idx="34">
                  <c:v>10.2</c:v>
                </c:pt>
                <c:pt idx="35">
                  <c:v>10.5</c:v>
                </c:pt>
                <c:pt idx="36">
                  <c:v>10.8</c:v>
                </c:pt>
                <c:pt idx="37">
                  <c:v>11.1</c:v>
                </c:pt>
                <c:pt idx="38">
                  <c:v>11.4</c:v>
                </c:pt>
                <c:pt idx="39">
                  <c:v>11.7</c:v>
                </c:pt>
                <c:pt idx="40">
                  <c:v>12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2</c:v>
                </c:pt>
                <c:pt idx="1">
                  <c:v>1.75</c:v>
                </c:pt>
                <c:pt idx="2">
                  <c:v>1.52</c:v>
                </c:pt>
                <c:pt idx="3">
                  <c:v>1.332</c:v>
                </c:pt>
                <c:pt idx="4">
                  <c:v>1.207</c:v>
                </c:pt>
                <c:pt idx="5">
                  <c:v>1.104</c:v>
                </c:pt>
                <c:pt idx="6">
                  <c:v>0.991</c:v>
                </c:pt>
                <c:pt idx="7">
                  <c:v>0.899</c:v>
                </c:pt>
                <c:pt idx="8">
                  <c:v>0.85</c:v>
                </c:pt>
                <c:pt idx="9">
                  <c:v>0.805</c:v>
                </c:pt>
                <c:pt idx="10">
                  <c:v>0.737</c:v>
                </c:pt>
                <c:pt idx="11">
                  <c:v>0.685</c:v>
                </c:pt>
                <c:pt idx="12">
                  <c:v>0.668</c:v>
                </c:pt>
                <c:pt idx="13">
                  <c:v>0.644</c:v>
                </c:pt>
                <c:pt idx="14">
                  <c:v>0.596</c:v>
                </c:pt>
                <c:pt idx="15">
                  <c:v>0.562</c:v>
                </c:pt>
                <c:pt idx="16">
                  <c:v>0.559</c:v>
                </c:pt>
                <c:pt idx="17">
                  <c:v>0.544</c:v>
                </c:pt>
                <c:pt idx="18">
                  <c:v>0.504</c:v>
                </c:pt>
                <c:pt idx="19">
                  <c:v>0.48</c:v>
                </c:pt>
                <c:pt idx="20">
                  <c:v>0.484</c:v>
                </c:pt>
                <c:pt idx="21">
                  <c:v>0.472</c:v>
                </c:pt>
                <c:pt idx="22">
                  <c:v>0.436</c:v>
                </c:pt>
                <c:pt idx="23">
                  <c:v>0.419</c:v>
                </c:pt>
                <c:pt idx="24">
                  <c:v>0.427</c:v>
                </c:pt>
                <c:pt idx="25">
                  <c:v>0.416</c:v>
                </c:pt>
                <c:pt idx="26">
                  <c:v>0.382</c:v>
                </c:pt>
                <c:pt idx="27">
                  <c:v>0.37</c:v>
                </c:pt>
                <c:pt idx="28">
                  <c:v>0.381</c:v>
                </c:pt>
                <c:pt idx="29">
                  <c:v>0.369</c:v>
                </c:pt>
                <c:pt idx="30">
                  <c:v>0.338</c:v>
                </c:pt>
                <c:pt idx="31">
                  <c:v>0.33</c:v>
                </c:pt>
                <c:pt idx="32">
                  <c:v>0.342</c:v>
                </c:pt>
                <c:pt idx="33">
                  <c:v>0.33</c:v>
                </c:pt>
                <c:pt idx="34">
                  <c:v>0.3</c:v>
                </c:pt>
                <c:pt idx="35">
                  <c:v>0.297</c:v>
                </c:pt>
                <c:pt idx="36">
                  <c:v>0.31</c:v>
                </c:pt>
                <c:pt idx="37">
                  <c:v>0.296</c:v>
                </c:pt>
                <c:pt idx="38">
                  <c:v>0.268</c:v>
                </c:pt>
                <c:pt idx="39">
                  <c:v>0.269</c:v>
                </c:pt>
                <c:pt idx="40">
                  <c:v>0.282</c:v>
                </c:pt>
              </c:numCache>
            </c:numRef>
          </c:yVal>
        </c:ser>
        <c:ser>
          <c:idx val="1"/>
          <c:order val="1"/>
          <c:tx>
            <c:v>одна экспонента</c:v>
          </c:tx>
          <c:spPr>
            <a:ln xmlns:a="http://schemas.openxmlformats.org/drawingml/2006/main" w="28575">
              <a:solidFill>
                <a:srgbClr val="FF7B7B"/>
              </a:solidFill>
              <a:prstDash val="dash"/>
            </a:ln>
          </c:spPr>
          <c:marker>
            <c:symbol val="none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0</c:v>
                </c:pt>
                <c:pt idx="1">
                  <c:v>0.3</c:v>
                </c:pt>
                <c:pt idx="2">
                  <c:v>0.6</c:v>
                </c:pt>
                <c:pt idx="3">
                  <c:v>0.9</c:v>
                </c:pt>
                <c:pt idx="4">
                  <c:v>1.2</c:v>
                </c:pt>
                <c:pt idx="5">
                  <c:v>1.5</c:v>
                </c:pt>
                <c:pt idx="6">
                  <c:v>1.8</c:v>
                </c:pt>
                <c:pt idx="7">
                  <c:v>2.1</c:v>
                </c:pt>
                <c:pt idx="8">
                  <c:v>2.4</c:v>
                </c:pt>
                <c:pt idx="9">
                  <c:v>2.7</c:v>
                </c:pt>
                <c:pt idx="10">
                  <c:v>3</c:v>
                </c:pt>
                <c:pt idx="11">
                  <c:v>3.3</c:v>
                </c:pt>
                <c:pt idx="12">
                  <c:v>3.6</c:v>
                </c:pt>
                <c:pt idx="13">
                  <c:v>3.9</c:v>
                </c:pt>
                <c:pt idx="14">
                  <c:v>4.2</c:v>
                </c:pt>
                <c:pt idx="15">
                  <c:v>4.5</c:v>
                </c:pt>
                <c:pt idx="16">
                  <c:v>4.8</c:v>
                </c:pt>
                <c:pt idx="17">
                  <c:v>5.1</c:v>
                </c:pt>
                <c:pt idx="18">
                  <c:v>5.4</c:v>
                </c:pt>
                <c:pt idx="19">
                  <c:v>5.7</c:v>
                </c:pt>
                <c:pt idx="20">
                  <c:v>6</c:v>
                </c:pt>
                <c:pt idx="21">
                  <c:v>6.3</c:v>
                </c:pt>
                <c:pt idx="22">
                  <c:v>6.6</c:v>
                </c:pt>
                <c:pt idx="23">
                  <c:v>6.9</c:v>
                </c:pt>
                <c:pt idx="24">
                  <c:v>7.2</c:v>
                </c:pt>
                <c:pt idx="25">
                  <c:v>7.5</c:v>
                </c:pt>
                <c:pt idx="26">
                  <c:v>7.8</c:v>
                </c:pt>
                <c:pt idx="27">
                  <c:v>8.1</c:v>
                </c:pt>
                <c:pt idx="28">
                  <c:v>8.4</c:v>
                </c:pt>
                <c:pt idx="29">
                  <c:v>8.7</c:v>
                </c:pt>
                <c:pt idx="30">
                  <c:v>9</c:v>
                </c:pt>
                <c:pt idx="31">
                  <c:v>9.3</c:v>
                </c:pt>
                <c:pt idx="32">
                  <c:v>9.6</c:v>
                </c:pt>
                <c:pt idx="33">
                  <c:v>9.9</c:v>
                </c:pt>
                <c:pt idx="34">
                  <c:v>10.2</c:v>
                </c:pt>
                <c:pt idx="35">
                  <c:v>10.5</c:v>
                </c:pt>
                <c:pt idx="36">
                  <c:v>10.8</c:v>
                </c:pt>
                <c:pt idx="37">
                  <c:v>11.1</c:v>
                </c:pt>
                <c:pt idx="38">
                  <c:v>11.4</c:v>
                </c:pt>
                <c:pt idx="39">
                  <c:v>11.7</c:v>
                </c:pt>
                <c:pt idx="40">
                  <c:v>12</c:v>
                </c:pt>
              </c:numCache>
            </c:numRef>
          </c:xVal>
          <c:yVal>
            <c:numRef>
              <c:f>'Chart Data'!$D$2:$D$42</c:f>
              <c:numCache>
                <c:formatCode>General</c:formatCode>
                <c:ptCount val="41"/>
                <c:pt idx="0">
                  <c:v>1.77</c:v>
                </c:pt>
                <c:pt idx="1">
                  <c:v>1.637</c:v>
                </c:pt>
                <c:pt idx="2">
                  <c:v>1.515</c:v>
                </c:pt>
                <c:pt idx="3">
                  <c:v>1.402</c:v>
                </c:pt>
                <c:pt idx="4">
                  <c:v>1.299</c:v>
                </c:pt>
                <c:pt idx="5">
                  <c:v>1.204</c:v>
                </c:pt>
                <c:pt idx="6">
                  <c:v>1.117</c:v>
                </c:pt>
                <c:pt idx="7">
                  <c:v>1.036</c:v>
                </c:pt>
                <c:pt idx="8">
                  <c:v>0.963</c:v>
                </c:pt>
                <c:pt idx="9">
                  <c:v>0.895</c:v>
                </c:pt>
                <c:pt idx="10">
                  <c:v>0.832</c:v>
                </c:pt>
                <c:pt idx="11">
                  <c:v>0.775</c:v>
                </c:pt>
                <c:pt idx="12">
                  <c:v>0.722</c:v>
                </c:pt>
                <c:pt idx="13">
                  <c:v>0.674</c:v>
                </c:pt>
                <c:pt idx="14">
                  <c:v>0.629</c:v>
                </c:pt>
                <c:pt idx="15">
                  <c:v>0.588</c:v>
                </c:pt>
                <c:pt idx="16">
                  <c:v>0.55</c:v>
                </c:pt>
                <c:pt idx="17">
                  <c:v>0.516</c:v>
                </c:pt>
                <c:pt idx="18">
                  <c:v>0.484</c:v>
                </c:pt>
                <c:pt idx="19">
                  <c:v>0.454</c:v>
                </c:pt>
                <c:pt idx="20">
                  <c:v>0.428</c:v>
                </c:pt>
                <c:pt idx="21">
                  <c:v>0.403</c:v>
                </c:pt>
                <c:pt idx="22">
                  <c:v>0.38</c:v>
                </c:pt>
                <c:pt idx="23">
                  <c:v>0.359</c:v>
                </c:pt>
                <c:pt idx="24">
                  <c:v>0.34</c:v>
                </c:pt>
                <c:pt idx="25">
                  <c:v>0.322</c:v>
                </c:pt>
                <c:pt idx="26">
                  <c:v>0.306</c:v>
                </c:pt>
                <c:pt idx="27">
                  <c:v>0.291</c:v>
                </c:pt>
                <c:pt idx="28">
                  <c:v>0.277</c:v>
                </c:pt>
                <c:pt idx="29">
                  <c:v>0.264</c:v>
                </c:pt>
                <c:pt idx="30">
                  <c:v>0.253</c:v>
                </c:pt>
                <c:pt idx="31">
                  <c:v>0.242</c:v>
                </c:pt>
                <c:pt idx="32">
                  <c:v>0.232</c:v>
                </c:pt>
                <c:pt idx="33">
                  <c:v>0.223</c:v>
                </c:pt>
                <c:pt idx="34">
                  <c:v>0.215</c:v>
                </c:pt>
                <c:pt idx="35">
                  <c:v>0.207</c:v>
                </c:pt>
                <c:pt idx="36">
                  <c:v>0.2</c:v>
                </c:pt>
                <c:pt idx="37">
                  <c:v>0.194</c:v>
                </c:pt>
                <c:pt idx="38">
                  <c:v>0.188</c:v>
                </c:pt>
                <c:pt idx="39">
                  <c:v>0.182</c:v>
                </c:pt>
                <c:pt idx="40">
                  <c:v>0.177</c:v>
                </c:pt>
              </c:numCache>
            </c:numRef>
          </c:yVal>
        </c:ser>
        <c:ser>
          <c:idx val="2"/>
          <c:order val="2"/>
          <c:tx>
            <c:v>две экспоненты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0</c:v>
                </c:pt>
                <c:pt idx="1">
                  <c:v>0.3</c:v>
                </c:pt>
                <c:pt idx="2">
                  <c:v>0.6</c:v>
                </c:pt>
                <c:pt idx="3">
                  <c:v>0.9</c:v>
                </c:pt>
                <c:pt idx="4">
                  <c:v>1.2</c:v>
                </c:pt>
                <c:pt idx="5">
                  <c:v>1.5</c:v>
                </c:pt>
                <c:pt idx="6">
                  <c:v>1.8</c:v>
                </c:pt>
                <c:pt idx="7">
                  <c:v>2.1</c:v>
                </c:pt>
                <c:pt idx="8">
                  <c:v>2.4</c:v>
                </c:pt>
                <c:pt idx="9">
                  <c:v>2.7</c:v>
                </c:pt>
                <c:pt idx="10">
                  <c:v>3</c:v>
                </c:pt>
                <c:pt idx="11">
                  <c:v>3.3</c:v>
                </c:pt>
                <c:pt idx="12">
                  <c:v>3.6</c:v>
                </c:pt>
                <c:pt idx="13">
                  <c:v>3.9</c:v>
                </c:pt>
                <c:pt idx="14">
                  <c:v>4.2</c:v>
                </c:pt>
                <c:pt idx="15">
                  <c:v>4.5</c:v>
                </c:pt>
                <c:pt idx="16">
                  <c:v>4.8</c:v>
                </c:pt>
                <c:pt idx="17">
                  <c:v>5.1</c:v>
                </c:pt>
                <c:pt idx="18">
                  <c:v>5.4</c:v>
                </c:pt>
                <c:pt idx="19">
                  <c:v>5.7</c:v>
                </c:pt>
                <c:pt idx="20">
                  <c:v>6</c:v>
                </c:pt>
                <c:pt idx="21">
                  <c:v>6.3</c:v>
                </c:pt>
                <c:pt idx="22">
                  <c:v>6.6</c:v>
                </c:pt>
                <c:pt idx="23">
                  <c:v>6.9</c:v>
                </c:pt>
                <c:pt idx="24">
                  <c:v>7.2</c:v>
                </c:pt>
                <c:pt idx="25">
                  <c:v>7.5</c:v>
                </c:pt>
                <c:pt idx="26">
                  <c:v>7.8</c:v>
                </c:pt>
                <c:pt idx="27">
                  <c:v>8.1</c:v>
                </c:pt>
                <c:pt idx="28">
                  <c:v>8.4</c:v>
                </c:pt>
                <c:pt idx="29">
                  <c:v>8.7</c:v>
                </c:pt>
                <c:pt idx="30">
                  <c:v>9</c:v>
                </c:pt>
                <c:pt idx="31">
                  <c:v>9.3</c:v>
                </c:pt>
                <c:pt idx="32">
                  <c:v>9.6</c:v>
                </c:pt>
                <c:pt idx="33">
                  <c:v>9.9</c:v>
                </c:pt>
                <c:pt idx="34">
                  <c:v>10.2</c:v>
                </c:pt>
                <c:pt idx="35">
                  <c:v>10.5</c:v>
                </c:pt>
                <c:pt idx="36">
                  <c:v>10.8</c:v>
                </c:pt>
                <c:pt idx="37">
                  <c:v>11.1</c:v>
                </c:pt>
                <c:pt idx="38">
                  <c:v>11.4</c:v>
                </c:pt>
                <c:pt idx="39">
                  <c:v>11.7</c:v>
                </c:pt>
                <c:pt idx="40">
                  <c:v>12</c:v>
                </c:pt>
              </c:numCache>
            </c:numRef>
          </c:xVal>
          <c:yVal>
            <c:numRef>
              <c:f>'Chart Data'!$F$2:$F$42</c:f>
              <c:numCache>
                <c:formatCode>General</c:formatCode>
                <c:ptCount val="41"/>
                <c:pt idx="0">
                  <c:v>2</c:v>
                </c:pt>
                <c:pt idx="1">
                  <c:v>1.735</c:v>
                </c:pt>
                <c:pt idx="2">
                  <c:v>1.521</c:v>
                </c:pt>
                <c:pt idx="3">
                  <c:v>1.347</c:v>
                </c:pt>
                <c:pt idx="4">
                  <c:v>1.206</c:v>
                </c:pt>
                <c:pt idx="5">
                  <c:v>1.09</c:v>
                </c:pt>
                <c:pt idx="6">
                  <c:v>0.994</c:v>
                </c:pt>
                <c:pt idx="7">
                  <c:v>0.914</c:v>
                </c:pt>
                <c:pt idx="8">
                  <c:v>0.847</c:v>
                </c:pt>
                <c:pt idx="9">
                  <c:v>0.79</c:v>
                </c:pt>
                <c:pt idx="10">
                  <c:v>0.741</c:v>
                </c:pt>
                <c:pt idx="11">
                  <c:v>0.699</c:v>
                </c:pt>
                <c:pt idx="12">
                  <c:v>0.663</c:v>
                </c:pt>
                <c:pt idx="13">
                  <c:v>0.63</c:v>
                </c:pt>
                <c:pt idx="14">
                  <c:v>0.602</c:v>
                </c:pt>
                <c:pt idx="15">
                  <c:v>0.576</c:v>
                </c:pt>
                <c:pt idx="16">
                  <c:v>0.552</c:v>
                </c:pt>
                <c:pt idx="17">
                  <c:v>0.531</c:v>
                </c:pt>
                <c:pt idx="18">
                  <c:v>0.511</c:v>
                </c:pt>
                <c:pt idx="19">
                  <c:v>0.493</c:v>
                </c:pt>
                <c:pt idx="20">
                  <c:v>0.476</c:v>
                </c:pt>
                <c:pt idx="21">
                  <c:v>0.46</c:v>
                </c:pt>
                <c:pt idx="22">
                  <c:v>0.445</c:v>
                </c:pt>
                <c:pt idx="23">
                  <c:v>0.431</c:v>
                </c:pt>
                <c:pt idx="24">
                  <c:v>0.417</c:v>
                </c:pt>
                <c:pt idx="25">
                  <c:v>0.404</c:v>
                </c:pt>
                <c:pt idx="26">
                  <c:v>0.392</c:v>
                </c:pt>
                <c:pt idx="27">
                  <c:v>0.381</c:v>
                </c:pt>
                <c:pt idx="28">
                  <c:v>0.37</c:v>
                </c:pt>
                <c:pt idx="29">
                  <c:v>0.359</c:v>
                </c:pt>
                <c:pt idx="30">
                  <c:v>0.349</c:v>
                </c:pt>
                <c:pt idx="31">
                  <c:v>0.339</c:v>
                </c:pt>
                <c:pt idx="32">
                  <c:v>0.33</c:v>
                </c:pt>
                <c:pt idx="33">
                  <c:v>0.321</c:v>
                </c:pt>
                <c:pt idx="34">
                  <c:v>0.313</c:v>
                </c:pt>
                <c:pt idx="35">
                  <c:v>0.305</c:v>
                </c:pt>
                <c:pt idx="36">
                  <c:v>0.297</c:v>
                </c:pt>
                <c:pt idx="37">
                  <c:v>0.289</c:v>
                </c:pt>
                <c:pt idx="38">
                  <c:v>0.282</c:v>
                </c:pt>
                <c:pt idx="39">
                  <c:v>0.275</c:v>
                </c:pt>
                <c:pt idx="40">
                  <c:v>0.268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сигнал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почти равный χ²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4A7FF"/>
              </a:solidFill>
            </c:spPr>
          </c:marker>
          <c:xVal>
            <c:numRef>
              <c:f>'Chart Data'!$A$2:$A$18</c:f>
              <c:numCache>
                <c:formatCode>General</c:formatCode>
                <c:ptCount val="17"/>
                <c:pt idx="0">
                  <c:v>0.25</c:v>
                </c:pt>
                <c:pt idx="1">
                  <c:v>0.275</c:v>
                </c:pt>
                <c:pt idx="2">
                  <c:v>0.3</c:v>
                </c:pt>
                <c:pt idx="3">
                  <c:v>0.325</c:v>
                </c:pt>
                <c:pt idx="4">
                  <c:v>0.35</c:v>
                </c:pt>
                <c:pt idx="5">
                  <c:v>0.375</c:v>
                </c:pt>
                <c:pt idx="6">
                  <c:v>0.4</c:v>
                </c:pt>
                <c:pt idx="7">
                  <c:v>0.425</c:v>
                </c:pt>
                <c:pt idx="8">
                  <c:v>0.45</c:v>
                </c:pt>
                <c:pt idx="9">
                  <c:v>0.475</c:v>
                </c:pt>
                <c:pt idx="10">
                  <c:v>0.5</c:v>
                </c:pt>
                <c:pt idx="11">
                  <c:v>0.525</c:v>
                </c:pt>
                <c:pt idx="12">
                  <c:v>0.55</c:v>
                </c:pt>
                <c:pt idx="13">
                  <c:v>0.575</c:v>
                </c:pt>
                <c:pt idx="14">
                  <c:v>0.6</c:v>
                </c:pt>
                <c:pt idx="15">
                  <c:v>0.625</c:v>
                </c:pt>
                <c:pt idx="16">
                  <c:v>0.65</c:v>
                </c:pt>
              </c:numCache>
            </c:numRef>
          </c:xVal>
          <c:yVal>
            <c:numRef>
              <c:f>'Chart Data'!$B$2:$B$18</c:f>
              <c:numCache>
                <c:formatCode>General</c:formatCode>
                <c:ptCount val="17"/>
                <c:pt idx="0">
                  <c:v>1.979</c:v>
                </c:pt>
                <c:pt idx="1">
                  <c:v>1.963</c:v>
                </c:pt>
                <c:pt idx="2">
                  <c:v>1.954</c:v>
                </c:pt>
                <c:pt idx="3">
                  <c:v>1.947</c:v>
                </c:pt>
                <c:pt idx="4">
                  <c:v>1.939</c:v>
                </c:pt>
                <c:pt idx="5">
                  <c:v>1.924</c:v>
                </c:pt>
                <c:pt idx="6">
                  <c:v>1.9</c:v>
                </c:pt>
                <c:pt idx="7">
                  <c:v>1.866</c:v>
                </c:pt>
                <c:pt idx="8">
                  <c:v>1.824</c:v>
                </c:pt>
                <c:pt idx="9">
                  <c:v>1.778</c:v>
                </c:pt>
                <c:pt idx="10">
                  <c:v>1.733</c:v>
                </c:pt>
                <c:pt idx="11">
                  <c:v>1.694</c:v>
                </c:pt>
                <c:pt idx="12">
                  <c:v>1.663</c:v>
                </c:pt>
                <c:pt idx="13">
                  <c:v>1.641</c:v>
                </c:pt>
                <c:pt idx="14">
                  <c:v>1.629</c:v>
                </c:pt>
                <c:pt idx="15">
                  <c:v>1.621</c:v>
                </c:pt>
                <c:pt idx="16">
                  <c:v>1.614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амплитуда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7"/>
          <c:min val="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профиль k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Data'!$A$2:$A$30</c:f>
              <c:numCache>
                <c:formatCode>General</c:formatCode>
                <c:ptCount val="29"/>
                <c:pt idx="0">
                  <c:v>0.18</c:v>
                </c:pt>
                <c:pt idx="1">
                  <c:v>0.2</c:v>
                </c:pt>
                <c:pt idx="2">
                  <c:v>0.22</c:v>
                </c:pt>
                <c:pt idx="3">
                  <c:v>0.24</c:v>
                </c:pt>
                <c:pt idx="4">
                  <c:v>0.26</c:v>
                </c:pt>
                <c:pt idx="5">
                  <c:v>0.28</c:v>
                </c:pt>
                <c:pt idx="6">
                  <c:v>0.3</c:v>
                </c:pt>
                <c:pt idx="7">
                  <c:v>0.32</c:v>
                </c:pt>
                <c:pt idx="8">
                  <c:v>0.34</c:v>
                </c:pt>
                <c:pt idx="9">
                  <c:v>0.36</c:v>
                </c:pt>
                <c:pt idx="10">
                  <c:v>0.38</c:v>
                </c:pt>
                <c:pt idx="11">
                  <c:v>0.4</c:v>
                </c:pt>
                <c:pt idx="12">
                  <c:v>0.42</c:v>
                </c:pt>
                <c:pt idx="13">
                  <c:v>0.44</c:v>
                </c:pt>
                <c:pt idx="14">
                  <c:v>0.46</c:v>
                </c:pt>
                <c:pt idx="15">
                  <c:v>0.48</c:v>
                </c:pt>
                <c:pt idx="16">
                  <c:v>0.5</c:v>
                </c:pt>
                <c:pt idx="17">
                  <c:v>0.52</c:v>
                </c:pt>
                <c:pt idx="18">
                  <c:v>0.54</c:v>
                </c:pt>
                <c:pt idx="19">
                  <c:v>0.56</c:v>
                </c:pt>
                <c:pt idx="20">
                  <c:v>0.58</c:v>
                </c:pt>
                <c:pt idx="21">
                  <c:v>0.6</c:v>
                </c:pt>
                <c:pt idx="22">
                  <c:v>0.62</c:v>
                </c:pt>
                <c:pt idx="23">
                  <c:v>0.64</c:v>
                </c:pt>
                <c:pt idx="24">
                  <c:v>0.66</c:v>
                </c:pt>
                <c:pt idx="25">
                  <c:v>0.68</c:v>
                </c:pt>
                <c:pt idx="26">
                  <c:v>0.7</c:v>
                </c:pt>
                <c:pt idx="27">
                  <c:v>0.72</c:v>
                </c:pt>
                <c:pt idx="28">
                  <c:v>0.74</c:v>
                </c:pt>
              </c:numCache>
            </c:numRef>
          </c:xVal>
          <c:yVal>
            <c:numRef>
              <c:f>'Chart Data'!$B$2:$B$30</c:f>
              <c:numCache>
                <c:formatCode>General</c:formatCode>
                <c:ptCount val="29"/>
                <c:pt idx="0">
                  <c:v>4.441</c:v>
                </c:pt>
                <c:pt idx="1">
                  <c:v>3.893</c:v>
                </c:pt>
                <c:pt idx="2">
                  <c:v>3.389</c:v>
                </c:pt>
                <c:pt idx="3">
                  <c:v>2.929</c:v>
                </c:pt>
                <c:pt idx="4">
                  <c:v>2.515</c:v>
                </c:pt>
                <c:pt idx="5">
                  <c:v>2.145</c:v>
                </c:pt>
                <c:pt idx="6">
                  <c:v>1.821</c:v>
                </c:pt>
                <c:pt idx="7">
                  <c:v>1.541</c:v>
                </c:pt>
                <c:pt idx="8">
                  <c:v>1.305</c:v>
                </c:pt>
                <c:pt idx="9">
                  <c:v>1.115</c:v>
                </c:pt>
                <c:pt idx="10">
                  <c:v>0.969</c:v>
                </c:pt>
                <c:pt idx="11">
                  <c:v>0.869</c:v>
                </c:pt>
                <c:pt idx="12">
                  <c:v>0.813</c:v>
                </c:pt>
                <c:pt idx="13">
                  <c:v>0.801</c:v>
                </c:pt>
                <c:pt idx="14">
                  <c:v>0.835</c:v>
                </c:pt>
                <c:pt idx="15">
                  <c:v>0.913</c:v>
                </c:pt>
                <c:pt idx="16">
                  <c:v>1.037</c:v>
                </c:pt>
                <c:pt idx="17">
                  <c:v>1.205</c:v>
                </c:pt>
                <c:pt idx="18">
                  <c:v>1.417</c:v>
                </c:pt>
                <c:pt idx="19">
                  <c:v>1.675</c:v>
                </c:pt>
                <c:pt idx="20">
                  <c:v>1.977</c:v>
                </c:pt>
                <c:pt idx="21">
                  <c:v>2.325</c:v>
                </c:pt>
                <c:pt idx="22">
                  <c:v>2.717</c:v>
                </c:pt>
                <c:pt idx="23">
                  <c:v>3.153</c:v>
                </c:pt>
                <c:pt idx="24">
                  <c:v>3.635</c:v>
                </c:pt>
                <c:pt idx="25">
                  <c:v>4.161</c:v>
                </c:pt>
                <c:pt idx="26">
                  <c:v>4.733</c:v>
                </c:pt>
                <c:pt idx="27">
                  <c:v>5.349</c:v>
                </c:pt>
                <c:pt idx="28">
                  <c:v>6.009</c:v>
                </c:pt>
              </c:numCache>
            </c:numRef>
          </c:yVal>
        </c:ser>
        <c:ser>
          <c:idx val="1"/>
          <c:order val="1"/>
          <c:tx>
            <c:v>порог</c:v>
          </c:tx>
          <c:spPr>
            <a:ln xmlns:a="http://schemas.openxmlformats.org/drawingml/2006/main" w="28575">
              <a:solidFill>
                <a:srgbClr val="F9C74F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0.18</c:v>
                </c:pt>
                <c:pt idx="1">
                  <c:v>0.74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3.84</c:v>
                </c:pt>
                <c:pt idx="1">
                  <c:v>3.84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Δχ²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.5"/>
      </c:valAx>
      <c:valAx>
        <c:axId val="48650112"/>
        <c:scaling>
          <c:orientation val="minMax"/>
          <c:max val="0.74"/>
          <c:min val="0.1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фиксированное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4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частота</c:v>
          </c:tx>
          <c:spPr>
            <a:solidFill xmlns:a="http://schemas.openxmlformats.org/drawingml/2006/main">
              <a:srgbClr val="F9C74F"/>
            </a:solidFill>
          </c:spPr>
          <c:cat>
            <c:numRef>
              <c:f>'Chart Data'!$A$2:$A$13</c:f>
              <c:numCache>
                <c:formatCode>General</c:formatCode>
                <c:ptCount val="12"/>
                <c:pt idx="0">
                  <c:v>1.1</c:v>
                </c:pt>
                <c:pt idx="1">
                  <c:v>1.2</c:v>
                </c:pt>
                <c:pt idx="2">
                  <c:v>1.3</c:v>
                </c:pt>
                <c:pt idx="3">
                  <c:v>1.4</c:v>
                </c:pt>
                <c:pt idx="4">
                  <c:v>1.5</c:v>
                </c:pt>
                <c:pt idx="5">
                  <c:v>1.6</c:v>
                </c:pt>
                <c:pt idx="6">
                  <c:v>1.7</c:v>
                </c:pt>
                <c:pt idx="7">
                  <c:v>1.8</c:v>
                </c:pt>
                <c:pt idx="8">
                  <c:v>1.9</c:v>
                </c:pt>
                <c:pt idx="9">
                  <c:v>2.0</c:v>
                </c:pt>
                <c:pt idx="10">
                  <c:v>2.1</c:v>
                </c:pt>
                <c:pt idx="11">
                  <c:v>2.2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</c:v>
                </c:pt>
                <c:pt idx="1">
                  <c:v>20</c:v>
                </c:pt>
                <c:pt idx="2">
                  <c:v>190</c:v>
                </c:pt>
                <c:pt idx="3">
                  <c:v>666</c:v>
                </c:pt>
                <c:pt idx="4">
                  <c:v>1075</c:v>
                </c:pt>
                <c:pt idx="5">
                  <c:v>1200</c:v>
                </c:pt>
                <c:pt idx="6">
                  <c:v>852</c:v>
                </c:pt>
                <c:pt idx="7">
                  <c:v>504</c:v>
                </c:pt>
                <c:pt idx="8">
                  <c:v>289</c:v>
                </c:pt>
                <c:pt idx="9">
                  <c:v>124</c:v>
                </c:pt>
                <c:pt idx="10">
                  <c:v>44</c:v>
                </c:pt>
                <c:pt idx="11">
                  <c:v>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число реализаций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медиана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5000</c:v>
                </c:pt>
                <c:pt idx="7">
                  <c:v>10000</c:v>
                </c:pt>
              </c:numCache>
            </c:numRef>
          </c:xVal>
          <c:yVal>
            <c:numRef>
              <c:f>'Chart Data'!$B$2:$B$9</c:f>
              <c:numCache>
                <c:formatCode>0.0</c:formatCode>
                <c:ptCount val="8"/>
                <c:pt idx="0">
                  <c:v>1.61</c:v>
                </c:pt>
                <c:pt idx="1">
                  <c:v>1.6</c:v>
                </c:pt>
                <c:pt idx="2">
                  <c:v>1.59</c:v>
                </c:pt>
                <c:pt idx="3">
                  <c:v>1.6</c:v>
                </c:pt>
                <c:pt idx="4">
                  <c:v>1.595</c:v>
                </c:pt>
                <c:pt idx="5">
                  <c:v>1.594</c:v>
                </c:pt>
                <c:pt idx="6">
                  <c:v>1.594</c:v>
                </c:pt>
                <c:pt idx="7">
                  <c:v>1.593</c:v>
                </c:pt>
              </c:numCache>
            </c:numRef>
          </c:yVal>
        </c:ser>
        <c:ser>
          <c:idx val="1"/>
          <c:order val="1"/>
          <c:tx>
            <c:v>верхняя 97.5% квантиль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Data'!$C$2:$C$9</c:f>
              <c:numCache>
                <c:formatCode>General</c:formatCode>
                <c:ptCount val="8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5000</c:v>
                </c:pt>
                <c:pt idx="7">
                  <c:v>10000</c:v>
                </c:pt>
              </c:numCache>
            </c:numRef>
          </c:xVal>
          <c:yVal>
            <c:numRef>
              <c:f>'Chart Data'!$D$2:$D$9</c:f>
              <c:numCache>
                <c:formatCode>0.0</c:formatCode>
                <c:ptCount val="8"/>
                <c:pt idx="0">
                  <c:v>2.02</c:v>
                </c:pt>
                <c:pt idx="1">
                  <c:v>1.94</c:v>
                </c:pt>
                <c:pt idx="2">
                  <c:v>1.91</c:v>
                </c:pt>
                <c:pt idx="3">
                  <c:v>1.89</c:v>
                </c:pt>
                <c:pt idx="4">
                  <c:v>1.88</c:v>
                </c:pt>
                <c:pt idx="5">
                  <c:v>1.88</c:v>
                </c:pt>
                <c:pt idx="6">
                  <c:v>1.87</c:v>
                </c:pt>
                <c:pt idx="7">
                  <c:v>1.87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оценка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число реализаций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0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траектория 1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General</c:formatCode>
                <c:ptCount val="61"/>
                <c:pt idx="0">
                  <c:v>0</c:v>
                </c:pt>
                <c:pt idx="1">
                  <c:v>-1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  <c:pt idx="12">
                  <c:v>0</c:v>
                </c:pt>
                <c:pt idx="13">
                  <c:v>-1</c:v>
                </c:pt>
                <c:pt idx="14">
                  <c:v>-2</c:v>
                </c:pt>
                <c:pt idx="15">
                  <c:v>-3</c:v>
                </c:pt>
                <c:pt idx="16">
                  <c:v>-2</c:v>
                </c:pt>
                <c:pt idx="17">
                  <c:v>-3</c:v>
                </c:pt>
                <c:pt idx="18">
                  <c:v>-2</c:v>
                </c:pt>
                <c:pt idx="19">
                  <c:v>-3</c:v>
                </c:pt>
                <c:pt idx="20">
                  <c:v>-2</c:v>
                </c:pt>
                <c:pt idx="21">
                  <c:v>-1</c:v>
                </c:pt>
                <c:pt idx="22">
                  <c:v>0</c:v>
                </c:pt>
                <c:pt idx="23">
                  <c:v>1</c:v>
                </c:pt>
                <c:pt idx="24">
                  <c:v>2</c:v>
                </c:pt>
                <c:pt idx="25">
                  <c:v>1</c:v>
                </c:pt>
                <c:pt idx="26">
                  <c:v>0</c:v>
                </c:pt>
                <c:pt idx="27">
                  <c:v>1</c:v>
                </c:pt>
                <c:pt idx="28">
                  <c:v>2</c:v>
                </c:pt>
                <c:pt idx="29">
                  <c:v>1</c:v>
                </c:pt>
                <c:pt idx="30">
                  <c:v>2</c:v>
                </c:pt>
                <c:pt idx="31">
                  <c:v>3</c:v>
                </c:pt>
                <c:pt idx="32">
                  <c:v>2</c:v>
                </c:pt>
                <c:pt idx="33">
                  <c:v>1</c:v>
                </c:pt>
                <c:pt idx="34">
                  <c:v>2</c:v>
                </c:pt>
                <c:pt idx="35">
                  <c:v>1</c:v>
                </c:pt>
                <c:pt idx="36">
                  <c:v>2</c:v>
                </c:pt>
                <c:pt idx="37">
                  <c:v>1</c:v>
                </c:pt>
                <c:pt idx="38">
                  <c:v>0</c:v>
                </c:pt>
                <c:pt idx="39">
                  <c:v>1</c:v>
                </c:pt>
                <c:pt idx="40">
                  <c:v>0</c:v>
                </c:pt>
                <c:pt idx="41">
                  <c:v>-1</c:v>
                </c:pt>
                <c:pt idx="42">
                  <c:v>0</c:v>
                </c:pt>
                <c:pt idx="43">
                  <c:v>-1</c:v>
                </c:pt>
                <c:pt idx="44">
                  <c:v>-2</c:v>
                </c:pt>
                <c:pt idx="45">
                  <c:v>-3</c:v>
                </c:pt>
                <c:pt idx="46">
                  <c:v>-2</c:v>
                </c:pt>
                <c:pt idx="47">
                  <c:v>-3</c:v>
                </c:pt>
                <c:pt idx="48">
                  <c:v>-2</c:v>
                </c:pt>
                <c:pt idx="49">
                  <c:v>-3</c:v>
                </c:pt>
                <c:pt idx="50">
                  <c:v>-2</c:v>
                </c:pt>
                <c:pt idx="51">
                  <c:v>-1</c:v>
                </c:pt>
                <c:pt idx="52">
                  <c:v>0</c:v>
                </c:pt>
                <c:pt idx="53">
                  <c:v>1</c:v>
                </c:pt>
                <c:pt idx="54">
                  <c:v>0</c:v>
                </c:pt>
                <c:pt idx="55">
                  <c:v>1</c:v>
                </c:pt>
                <c:pt idx="56">
                  <c:v>0</c:v>
                </c:pt>
                <c:pt idx="57">
                  <c:v>-1</c:v>
                </c:pt>
                <c:pt idx="58">
                  <c:v>-2</c:v>
                </c:pt>
                <c:pt idx="59">
                  <c:v>-3</c:v>
                </c:pt>
                <c:pt idx="60">
                  <c:v>-4</c:v>
                </c:pt>
              </c:numCache>
            </c:numRef>
          </c:yVal>
        </c:ser>
        <c:ser>
          <c:idx val="1"/>
          <c:order val="1"/>
          <c:tx>
            <c:v>траектория 2</c:v>
          </c:tx>
          <c:spPr>
            <a:ln xmlns:a="http://schemas.openxmlformats.org/drawingml/2006/main" w="1905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Data'!$D$2:$D$62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0</c:v>
                </c:pt>
                <c:pt idx="15">
                  <c:v>-1</c:v>
                </c:pt>
                <c:pt idx="16">
                  <c:v>-2</c:v>
                </c:pt>
                <c:pt idx="17">
                  <c:v>-3</c:v>
                </c:pt>
                <c:pt idx="18">
                  <c:v>-4</c:v>
                </c:pt>
                <c:pt idx="19">
                  <c:v>-5</c:v>
                </c:pt>
                <c:pt idx="20">
                  <c:v>-6</c:v>
                </c:pt>
                <c:pt idx="21">
                  <c:v>-7</c:v>
                </c:pt>
                <c:pt idx="22">
                  <c:v>-6</c:v>
                </c:pt>
                <c:pt idx="23">
                  <c:v>-5</c:v>
                </c:pt>
                <c:pt idx="24">
                  <c:v>-6</c:v>
                </c:pt>
                <c:pt idx="25">
                  <c:v>-5</c:v>
                </c:pt>
                <c:pt idx="26">
                  <c:v>-4</c:v>
                </c:pt>
                <c:pt idx="27">
                  <c:v>-3</c:v>
                </c:pt>
                <c:pt idx="28">
                  <c:v>-4</c:v>
                </c:pt>
                <c:pt idx="29">
                  <c:v>-5</c:v>
                </c:pt>
                <c:pt idx="30">
                  <c:v>-4</c:v>
                </c:pt>
                <c:pt idx="31">
                  <c:v>-5</c:v>
                </c:pt>
                <c:pt idx="32">
                  <c:v>-6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-5</c:v>
                </c:pt>
                <c:pt idx="38">
                  <c:v>-6</c:v>
                </c:pt>
                <c:pt idx="39">
                  <c:v>-7</c:v>
                </c:pt>
                <c:pt idx="40">
                  <c:v>-6</c:v>
                </c:pt>
                <c:pt idx="41">
                  <c:v>-5</c:v>
                </c:pt>
                <c:pt idx="42">
                  <c:v>-4</c:v>
                </c:pt>
                <c:pt idx="43">
                  <c:v>-5</c:v>
                </c:pt>
                <c:pt idx="44">
                  <c:v>-6</c:v>
                </c:pt>
                <c:pt idx="45">
                  <c:v>-7</c:v>
                </c:pt>
                <c:pt idx="46">
                  <c:v>-6</c:v>
                </c:pt>
                <c:pt idx="47">
                  <c:v>-7</c:v>
                </c:pt>
                <c:pt idx="48">
                  <c:v>-6</c:v>
                </c:pt>
                <c:pt idx="49">
                  <c:v>-5</c:v>
                </c:pt>
                <c:pt idx="50">
                  <c:v>-4</c:v>
                </c:pt>
                <c:pt idx="51">
                  <c:v>-5</c:v>
                </c:pt>
                <c:pt idx="52">
                  <c:v>-6</c:v>
                </c:pt>
                <c:pt idx="53">
                  <c:v>-7</c:v>
                </c:pt>
                <c:pt idx="54">
                  <c:v>-8</c:v>
                </c:pt>
                <c:pt idx="55">
                  <c:v>-9</c:v>
                </c:pt>
                <c:pt idx="56">
                  <c:v>-8</c:v>
                </c:pt>
                <c:pt idx="57">
                  <c:v>-9</c:v>
                </c:pt>
                <c:pt idx="58">
                  <c:v>-8</c:v>
                </c:pt>
                <c:pt idx="59">
                  <c:v>-7</c:v>
                </c:pt>
                <c:pt idx="60">
                  <c:v>-8</c:v>
                </c:pt>
              </c:numCache>
            </c:numRef>
          </c:yVal>
        </c:ser>
        <c:ser>
          <c:idx val="2"/>
          <c:order val="2"/>
          <c:tx>
            <c:v>траектория 3</c:v>
          </c:tx>
          <c:spPr>
            <a:ln xmlns:a="http://schemas.openxmlformats.org/drawingml/2006/main" w="1905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Data'!$F$2:$F$62</c:f>
              <c:numCache>
                <c:formatCode>General</c:formatCode>
                <c:ptCount val="61"/>
                <c:pt idx="0">
                  <c:v>0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0</c:v>
                </c:pt>
                <c:pt idx="11">
                  <c:v>-1</c:v>
                </c:pt>
                <c:pt idx="12">
                  <c:v>-2</c:v>
                </c:pt>
                <c:pt idx="13">
                  <c:v>-1</c:v>
                </c:pt>
                <c:pt idx="14">
                  <c:v>-2</c:v>
                </c:pt>
                <c:pt idx="15">
                  <c:v>-1</c:v>
                </c:pt>
                <c:pt idx="16">
                  <c:v>-2</c:v>
                </c:pt>
                <c:pt idx="17">
                  <c:v>-1</c:v>
                </c:pt>
                <c:pt idx="18">
                  <c:v>-2</c:v>
                </c:pt>
                <c:pt idx="19">
                  <c:v>-1</c:v>
                </c:pt>
                <c:pt idx="20">
                  <c:v>-2</c:v>
                </c:pt>
                <c:pt idx="21">
                  <c:v>-1</c:v>
                </c:pt>
                <c:pt idx="22">
                  <c:v>-2</c:v>
                </c:pt>
                <c:pt idx="23">
                  <c:v>-1</c:v>
                </c:pt>
                <c:pt idx="24">
                  <c:v>0</c:v>
                </c:pt>
                <c:pt idx="25">
                  <c:v>1</c:v>
                </c:pt>
                <c:pt idx="26">
                  <c:v>2</c:v>
                </c:pt>
                <c:pt idx="27">
                  <c:v>1</c:v>
                </c:pt>
                <c:pt idx="28">
                  <c:v>2</c:v>
                </c:pt>
                <c:pt idx="29">
                  <c:v>3</c:v>
                </c:pt>
                <c:pt idx="30">
                  <c:v>2</c:v>
                </c:pt>
                <c:pt idx="31">
                  <c:v>3</c:v>
                </c:pt>
                <c:pt idx="32">
                  <c:v>4</c:v>
                </c:pt>
                <c:pt idx="33">
                  <c:v>5</c:v>
                </c:pt>
                <c:pt idx="34">
                  <c:v>6</c:v>
                </c:pt>
                <c:pt idx="35">
                  <c:v>5</c:v>
                </c:pt>
                <c:pt idx="36">
                  <c:v>6</c:v>
                </c:pt>
                <c:pt idx="37">
                  <c:v>7</c:v>
                </c:pt>
                <c:pt idx="38">
                  <c:v>6</c:v>
                </c:pt>
                <c:pt idx="39">
                  <c:v>7</c:v>
                </c:pt>
                <c:pt idx="40">
                  <c:v>8</c:v>
                </c:pt>
                <c:pt idx="41">
                  <c:v>9</c:v>
                </c:pt>
                <c:pt idx="42">
                  <c:v>8</c:v>
                </c:pt>
                <c:pt idx="43">
                  <c:v>7</c:v>
                </c:pt>
                <c:pt idx="44">
                  <c:v>8</c:v>
                </c:pt>
                <c:pt idx="45">
                  <c:v>9</c:v>
                </c:pt>
                <c:pt idx="46">
                  <c:v>10</c:v>
                </c:pt>
                <c:pt idx="47">
                  <c:v>11</c:v>
                </c:pt>
                <c:pt idx="48">
                  <c:v>12</c:v>
                </c:pt>
                <c:pt idx="49">
                  <c:v>13</c:v>
                </c:pt>
                <c:pt idx="50">
                  <c:v>14</c:v>
                </c:pt>
                <c:pt idx="51">
                  <c:v>15</c:v>
                </c:pt>
                <c:pt idx="52">
                  <c:v>16</c:v>
                </c:pt>
                <c:pt idx="53">
                  <c:v>15</c:v>
                </c:pt>
                <c:pt idx="54">
                  <c:v>14</c:v>
                </c:pt>
                <c:pt idx="55">
                  <c:v>15</c:v>
                </c:pt>
                <c:pt idx="56">
                  <c:v>14</c:v>
                </c:pt>
                <c:pt idx="57">
                  <c:v>15</c:v>
                </c:pt>
                <c:pt idx="58">
                  <c:v>14</c:v>
                </c:pt>
                <c:pt idx="59">
                  <c:v>15</c:v>
                </c:pt>
                <c:pt idx="60">
                  <c:v>14</c:v>
                </c:pt>
              </c:numCache>
            </c:numRef>
          </c:yVal>
        </c:ser>
        <c:ser>
          <c:idx val="3"/>
          <c:order val="3"/>
          <c:tx>
            <c:v>траектория 4</c:v>
          </c:tx>
          <c:spPr>
            <a:ln xmlns:a="http://schemas.openxmlformats.org/drawingml/2006/main" w="19050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Data'!$G$2:$G$62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Data'!$H$2:$H$62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6</c:v>
                </c:pt>
                <c:pt idx="13">
                  <c:v>7</c:v>
                </c:pt>
                <c:pt idx="14">
                  <c:v>8</c:v>
                </c:pt>
                <c:pt idx="15">
                  <c:v>7</c:v>
                </c:pt>
                <c:pt idx="16">
                  <c:v>8</c:v>
                </c:pt>
                <c:pt idx="17">
                  <c:v>9</c:v>
                </c:pt>
                <c:pt idx="18">
                  <c:v>10</c:v>
                </c:pt>
                <c:pt idx="19">
                  <c:v>11</c:v>
                </c:pt>
                <c:pt idx="20">
                  <c:v>12</c:v>
                </c:pt>
                <c:pt idx="21">
                  <c:v>13</c:v>
                </c:pt>
                <c:pt idx="22">
                  <c:v>12</c:v>
                </c:pt>
                <c:pt idx="23">
                  <c:v>13</c:v>
                </c:pt>
                <c:pt idx="24">
                  <c:v>12</c:v>
                </c:pt>
                <c:pt idx="25">
                  <c:v>11</c:v>
                </c:pt>
                <c:pt idx="26">
                  <c:v>10</c:v>
                </c:pt>
                <c:pt idx="27">
                  <c:v>9</c:v>
                </c:pt>
                <c:pt idx="28">
                  <c:v>8</c:v>
                </c:pt>
                <c:pt idx="29">
                  <c:v>9</c:v>
                </c:pt>
                <c:pt idx="30">
                  <c:v>8</c:v>
                </c:pt>
                <c:pt idx="31">
                  <c:v>9</c:v>
                </c:pt>
                <c:pt idx="32">
                  <c:v>10</c:v>
                </c:pt>
                <c:pt idx="33">
                  <c:v>11</c:v>
                </c:pt>
                <c:pt idx="34">
                  <c:v>10</c:v>
                </c:pt>
                <c:pt idx="35">
                  <c:v>11</c:v>
                </c:pt>
                <c:pt idx="36">
                  <c:v>10</c:v>
                </c:pt>
                <c:pt idx="37">
                  <c:v>11</c:v>
                </c:pt>
                <c:pt idx="38">
                  <c:v>10</c:v>
                </c:pt>
                <c:pt idx="39">
                  <c:v>11</c:v>
                </c:pt>
                <c:pt idx="40">
                  <c:v>12</c:v>
                </c:pt>
                <c:pt idx="41">
                  <c:v>13</c:v>
                </c:pt>
                <c:pt idx="42">
                  <c:v>14</c:v>
                </c:pt>
                <c:pt idx="43">
                  <c:v>13</c:v>
                </c:pt>
                <c:pt idx="44">
                  <c:v>12</c:v>
                </c:pt>
                <c:pt idx="45">
                  <c:v>11</c:v>
                </c:pt>
                <c:pt idx="46">
                  <c:v>12</c:v>
                </c:pt>
                <c:pt idx="47">
                  <c:v>13</c:v>
                </c:pt>
                <c:pt idx="48">
                  <c:v>14</c:v>
                </c:pt>
                <c:pt idx="49">
                  <c:v>13</c:v>
                </c:pt>
                <c:pt idx="50">
                  <c:v>12</c:v>
                </c:pt>
                <c:pt idx="51">
                  <c:v>13</c:v>
                </c:pt>
                <c:pt idx="52">
                  <c:v>12</c:v>
                </c:pt>
                <c:pt idx="53">
                  <c:v>13</c:v>
                </c:pt>
                <c:pt idx="54">
                  <c:v>12</c:v>
                </c:pt>
                <c:pt idx="55">
                  <c:v>13</c:v>
                </c:pt>
                <c:pt idx="56">
                  <c:v>12</c:v>
                </c:pt>
                <c:pt idx="57">
                  <c:v>11</c:v>
                </c:pt>
                <c:pt idx="58">
                  <c:v>12</c:v>
                </c:pt>
                <c:pt idx="59">
                  <c:v>13</c:v>
                </c:pt>
                <c:pt idx="60">
                  <c:v>14</c:v>
                </c:pt>
              </c:numCache>
            </c:numRef>
          </c:yVal>
        </c:ser>
        <c:ser>
          <c:idx val="4"/>
          <c:order val="4"/>
          <c:tx>
            <c:v>траектория 5</c:v>
          </c:tx>
          <c:spPr>
            <a:ln xmlns:a="http://schemas.openxmlformats.org/drawingml/2006/main" w="19050">
              <a:solidFill>
                <a:srgbClr val="F9C74F"/>
              </a:solidFill>
              <a:prstDash val="solid"/>
            </a:ln>
          </c:spPr>
          <c:marker>
            <c:symbol val="none"/>
          </c:marker>
          <c:xVal>
            <c:numRef>
              <c:f>'Chart Data'!$I$2:$I$62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Data'!$J$2:$J$62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8</c:v>
                </c:pt>
                <c:pt idx="21">
                  <c:v>9</c:v>
                </c:pt>
                <c:pt idx="22">
                  <c:v>8</c:v>
                </c:pt>
                <c:pt idx="23">
                  <c:v>9</c:v>
                </c:pt>
                <c:pt idx="24">
                  <c:v>8</c:v>
                </c:pt>
                <c:pt idx="25">
                  <c:v>7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7</c:v>
                </c:pt>
                <c:pt idx="30">
                  <c:v>8</c:v>
                </c:pt>
                <c:pt idx="31">
                  <c:v>9</c:v>
                </c:pt>
                <c:pt idx="32">
                  <c:v>8</c:v>
                </c:pt>
                <c:pt idx="33">
                  <c:v>9</c:v>
                </c:pt>
                <c:pt idx="34">
                  <c:v>8</c:v>
                </c:pt>
                <c:pt idx="35">
                  <c:v>7</c:v>
                </c:pt>
                <c:pt idx="36">
                  <c:v>6</c:v>
                </c:pt>
                <c:pt idx="37">
                  <c:v>7</c:v>
                </c:pt>
                <c:pt idx="38">
                  <c:v>8</c:v>
                </c:pt>
                <c:pt idx="39">
                  <c:v>7</c:v>
                </c:pt>
                <c:pt idx="40">
                  <c:v>8</c:v>
                </c:pt>
                <c:pt idx="41">
                  <c:v>7</c:v>
                </c:pt>
                <c:pt idx="42">
                  <c:v>6</c:v>
                </c:pt>
                <c:pt idx="43">
                  <c:v>7</c:v>
                </c:pt>
                <c:pt idx="44">
                  <c:v>8</c:v>
                </c:pt>
                <c:pt idx="45">
                  <c:v>7</c:v>
                </c:pt>
                <c:pt idx="46">
                  <c:v>8</c:v>
                </c:pt>
                <c:pt idx="47">
                  <c:v>7</c:v>
                </c:pt>
                <c:pt idx="48">
                  <c:v>8</c:v>
                </c:pt>
                <c:pt idx="49">
                  <c:v>7</c:v>
                </c:pt>
                <c:pt idx="50">
                  <c:v>6</c:v>
                </c:pt>
                <c:pt idx="51">
                  <c:v>7</c:v>
                </c:pt>
                <c:pt idx="52">
                  <c:v>6</c:v>
                </c:pt>
                <c:pt idx="53">
                  <c:v>7</c:v>
                </c:pt>
                <c:pt idx="54">
                  <c:v>6</c:v>
                </c:pt>
                <c:pt idx="55">
                  <c:v>5</c:v>
                </c:pt>
                <c:pt idx="56">
                  <c:v>6</c:v>
                </c:pt>
                <c:pt idx="57">
                  <c:v>5</c:v>
                </c:pt>
                <c:pt idx="58">
                  <c:v>4</c:v>
                </c:pt>
                <c:pt idx="59">
                  <c:v>3</c:v>
                </c:pt>
                <c:pt idx="60">
                  <c:v>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"/>
          <c:min val="-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Xₙ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номер шага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W1(t)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0</c:v>
                </c:pt>
                <c:pt idx="1">
                  <c:v>-0.145</c:v>
                </c:pt>
                <c:pt idx="2">
                  <c:v>-0.016</c:v>
                </c:pt>
                <c:pt idx="3">
                  <c:v>-0.205</c:v>
                </c:pt>
                <c:pt idx="4">
                  <c:v>-0.109</c:v>
                </c:pt>
                <c:pt idx="5">
                  <c:v>-0.011</c:v>
                </c:pt>
                <c:pt idx="6">
                  <c:v>-0.282</c:v>
                </c:pt>
                <c:pt idx="7">
                  <c:v>-0.414</c:v>
                </c:pt>
                <c:pt idx="8">
                  <c:v>-0.256</c:v>
                </c:pt>
                <c:pt idx="9">
                  <c:v>-0.208</c:v>
                </c:pt>
                <c:pt idx="10">
                  <c:v>-0.236</c:v>
                </c:pt>
                <c:pt idx="11">
                  <c:v>0.17</c:v>
                </c:pt>
                <c:pt idx="12">
                  <c:v>0.124</c:v>
                </c:pt>
                <c:pt idx="13">
                  <c:v>-0.161</c:v>
                </c:pt>
                <c:pt idx="14">
                  <c:v>-0.203</c:v>
                </c:pt>
                <c:pt idx="15">
                  <c:v>0.158</c:v>
                </c:pt>
                <c:pt idx="16">
                  <c:v>0.438</c:v>
                </c:pt>
                <c:pt idx="17">
                  <c:v>0.47</c:v>
                </c:pt>
                <c:pt idx="18">
                  <c:v>0.575</c:v>
                </c:pt>
                <c:pt idx="19">
                  <c:v>0.654</c:v>
                </c:pt>
                <c:pt idx="20">
                  <c:v>1.109</c:v>
                </c:pt>
                <c:pt idx="21">
                  <c:v>0.656</c:v>
                </c:pt>
                <c:pt idx="22">
                  <c:v>0.375</c:v>
                </c:pt>
                <c:pt idx="23">
                  <c:v>0.088</c:v>
                </c:pt>
                <c:pt idx="24">
                  <c:v>0.327</c:v>
                </c:pt>
                <c:pt idx="25">
                  <c:v>-0.292</c:v>
                </c:pt>
                <c:pt idx="26">
                  <c:v>-1.049</c:v>
                </c:pt>
                <c:pt idx="27">
                  <c:v>-1.006</c:v>
                </c:pt>
                <c:pt idx="28">
                  <c:v>-1.06</c:v>
                </c:pt>
                <c:pt idx="29">
                  <c:v>-0.847</c:v>
                </c:pt>
                <c:pt idx="30">
                  <c:v>-0.767</c:v>
                </c:pt>
                <c:pt idx="31">
                  <c:v>-0.283</c:v>
                </c:pt>
                <c:pt idx="32">
                  <c:v>-0.435</c:v>
                </c:pt>
                <c:pt idx="33">
                  <c:v>-0.887</c:v>
                </c:pt>
                <c:pt idx="34">
                  <c:v>-0.658</c:v>
                </c:pt>
                <c:pt idx="35">
                  <c:v>-1.232</c:v>
                </c:pt>
                <c:pt idx="36">
                  <c:v>-1.091</c:v>
                </c:pt>
                <c:pt idx="37">
                  <c:v>-1.563</c:v>
                </c:pt>
                <c:pt idx="38">
                  <c:v>-1.704</c:v>
                </c:pt>
                <c:pt idx="39">
                  <c:v>-1.767</c:v>
                </c:pt>
                <c:pt idx="40">
                  <c:v>-2.011</c:v>
                </c:pt>
                <c:pt idx="41">
                  <c:v>-2.454</c:v>
                </c:pt>
                <c:pt idx="42">
                  <c:v>-2.52</c:v>
                </c:pt>
                <c:pt idx="43">
                  <c:v>-2.335</c:v>
                </c:pt>
                <c:pt idx="44">
                  <c:v>-1.922</c:v>
                </c:pt>
                <c:pt idx="45">
                  <c:v>-1.904</c:v>
                </c:pt>
                <c:pt idx="46">
                  <c:v>-1.817</c:v>
                </c:pt>
                <c:pt idx="47">
                  <c:v>-1.514</c:v>
                </c:pt>
                <c:pt idx="48">
                  <c:v>-1.666</c:v>
                </c:pt>
                <c:pt idx="49">
                  <c:v>-1.68</c:v>
                </c:pt>
                <c:pt idx="50">
                  <c:v>-1.454</c:v>
                </c:pt>
                <c:pt idx="51">
                  <c:v>-1.541</c:v>
                </c:pt>
                <c:pt idx="52">
                  <c:v>-1.601</c:v>
                </c:pt>
                <c:pt idx="53">
                  <c:v>-1.912</c:v>
                </c:pt>
                <c:pt idx="54">
                  <c:v>-1.83</c:v>
                </c:pt>
                <c:pt idx="55">
                  <c:v>-1.79</c:v>
                </c:pt>
                <c:pt idx="56">
                  <c:v>-1.648</c:v>
                </c:pt>
                <c:pt idx="57">
                  <c:v>-1.68</c:v>
                </c:pt>
                <c:pt idx="58">
                  <c:v>-1.775</c:v>
                </c:pt>
                <c:pt idx="59">
                  <c:v>-1.755</c:v>
                </c:pt>
                <c:pt idx="60">
                  <c:v>-1.412</c:v>
                </c:pt>
                <c:pt idx="61">
                  <c:v>-1.336</c:v>
                </c:pt>
                <c:pt idx="62">
                  <c:v>-1.541</c:v>
                </c:pt>
                <c:pt idx="63">
                  <c:v>-1.465</c:v>
                </c:pt>
                <c:pt idx="64">
                  <c:v>-1.555</c:v>
                </c:pt>
                <c:pt idx="65">
                  <c:v>-1.321</c:v>
                </c:pt>
                <c:pt idx="66">
                  <c:v>-1.341</c:v>
                </c:pt>
                <c:pt idx="67">
                  <c:v>-1.797</c:v>
                </c:pt>
                <c:pt idx="68">
                  <c:v>-1.887</c:v>
                </c:pt>
                <c:pt idx="69">
                  <c:v>-2.23</c:v>
                </c:pt>
                <c:pt idx="70">
                  <c:v>-1.98</c:v>
                </c:pt>
                <c:pt idx="71">
                  <c:v>-1.947</c:v>
                </c:pt>
                <c:pt idx="72">
                  <c:v>-1.899</c:v>
                </c:pt>
                <c:pt idx="73">
                  <c:v>-1.998</c:v>
                </c:pt>
                <c:pt idx="74">
                  <c:v>-2.164</c:v>
                </c:pt>
                <c:pt idx="75">
                  <c:v>-2.182</c:v>
                </c:pt>
                <c:pt idx="76">
                  <c:v>-2.01</c:v>
                </c:pt>
                <c:pt idx="77">
                  <c:v>-1.938</c:v>
                </c:pt>
                <c:pt idx="78">
                  <c:v>-1.676</c:v>
                </c:pt>
                <c:pt idx="79">
                  <c:v>-1.839</c:v>
                </c:pt>
                <c:pt idx="80">
                  <c:v>-1.757</c:v>
                </c:pt>
                <c:pt idx="81">
                  <c:v>-1.611</c:v>
                </c:pt>
                <c:pt idx="82">
                  <c:v>-1.441</c:v>
                </c:pt>
                <c:pt idx="83">
                  <c:v>-1.669</c:v>
                </c:pt>
                <c:pt idx="84">
                  <c:v>-1.976</c:v>
                </c:pt>
                <c:pt idx="85">
                  <c:v>-1.938</c:v>
                </c:pt>
                <c:pt idx="86">
                  <c:v>-1.958</c:v>
                </c:pt>
                <c:pt idx="87">
                  <c:v>-2.218</c:v>
                </c:pt>
                <c:pt idx="88">
                  <c:v>-2.168</c:v>
                </c:pt>
                <c:pt idx="89">
                  <c:v>-2.242</c:v>
                </c:pt>
                <c:pt idx="90">
                  <c:v>-1.836</c:v>
                </c:pt>
                <c:pt idx="91">
                  <c:v>-1.706</c:v>
                </c:pt>
                <c:pt idx="92">
                  <c:v>-1.955</c:v>
                </c:pt>
                <c:pt idx="93">
                  <c:v>-2.03</c:v>
                </c:pt>
                <c:pt idx="94">
                  <c:v>-2.132</c:v>
                </c:pt>
                <c:pt idx="95">
                  <c:v>-2.347</c:v>
                </c:pt>
                <c:pt idx="96">
                  <c:v>-2.185</c:v>
                </c:pt>
                <c:pt idx="97">
                  <c:v>-2.322</c:v>
                </c:pt>
                <c:pt idx="98">
                  <c:v>-2.389</c:v>
                </c:pt>
                <c:pt idx="99">
                  <c:v>-2.072</c:v>
                </c:pt>
                <c:pt idx="100">
                  <c:v>-1.758</c:v>
                </c:pt>
              </c:numCache>
            </c:numRef>
          </c:yVal>
        </c:ser>
        <c:ser>
          <c:idx val="1"/>
          <c:order val="1"/>
          <c:tx>
            <c:v>W2(t)</c:v>
          </c:tx>
          <c:spPr>
            <a:ln xmlns:a="http://schemas.openxmlformats.org/drawingml/2006/main" w="1905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Data'!$D$2:$D$102</c:f>
              <c:numCache>
                <c:formatCode>General</c:formatCode>
                <c:ptCount val="101"/>
                <c:pt idx="0">
                  <c:v>0</c:v>
                </c:pt>
                <c:pt idx="1">
                  <c:v>0.093</c:v>
                </c:pt>
                <c:pt idx="2">
                  <c:v>-0.22</c:v>
                </c:pt>
                <c:pt idx="3">
                  <c:v>0.238</c:v>
                </c:pt>
                <c:pt idx="4">
                  <c:v>0.086</c:v>
                </c:pt>
                <c:pt idx="5">
                  <c:v>-0.063</c:v>
                </c:pt>
                <c:pt idx="6">
                  <c:v>0.119</c:v>
                </c:pt>
                <c:pt idx="7">
                  <c:v>-0.033</c:v>
                </c:pt>
                <c:pt idx="8">
                  <c:v>0.215</c:v>
                </c:pt>
                <c:pt idx="9">
                  <c:v>0.236</c:v>
                </c:pt>
                <c:pt idx="10">
                  <c:v>0.639</c:v>
                </c:pt>
                <c:pt idx="11">
                  <c:v>0.932</c:v>
                </c:pt>
                <c:pt idx="12">
                  <c:v>0.666</c:v>
                </c:pt>
                <c:pt idx="13">
                  <c:v>0.758</c:v>
                </c:pt>
                <c:pt idx="14">
                  <c:v>0.847</c:v>
                </c:pt>
                <c:pt idx="15">
                  <c:v>0.684</c:v>
                </c:pt>
                <c:pt idx="16">
                  <c:v>0.998</c:v>
                </c:pt>
                <c:pt idx="17">
                  <c:v>1.181</c:v>
                </c:pt>
                <c:pt idx="18">
                  <c:v>1.417</c:v>
                </c:pt>
                <c:pt idx="19">
                  <c:v>1.436</c:v>
                </c:pt>
                <c:pt idx="20">
                  <c:v>1.1</c:v>
                </c:pt>
                <c:pt idx="21">
                  <c:v>0.436</c:v>
                </c:pt>
                <c:pt idx="22">
                  <c:v>0.039</c:v>
                </c:pt>
                <c:pt idx="23">
                  <c:v>-0.13</c:v>
                </c:pt>
                <c:pt idx="24">
                  <c:v>-0.297</c:v>
                </c:pt>
                <c:pt idx="25">
                  <c:v>-0.221</c:v>
                </c:pt>
                <c:pt idx="26">
                  <c:v>-0.788</c:v>
                </c:pt>
                <c:pt idx="27">
                  <c:v>-0.407</c:v>
                </c:pt>
                <c:pt idx="28">
                  <c:v>-0.304</c:v>
                </c:pt>
                <c:pt idx="29">
                  <c:v>-0.302</c:v>
                </c:pt>
                <c:pt idx="30">
                  <c:v>-0.554</c:v>
                </c:pt>
                <c:pt idx="31">
                  <c:v>-0.968</c:v>
                </c:pt>
                <c:pt idx="32">
                  <c:v>-0.872</c:v>
                </c:pt>
                <c:pt idx="33">
                  <c:v>-0.944</c:v>
                </c:pt>
                <c:pt idx="34">
                  <c:v>-0.544</c:v>
                </c:pt>
                <c:pt idx="35">
                  <c:v>-0.404</c:v>
                </c:pt>
                <c:pt idx="36">
                  <c:v>-0.373</c:v>
                </c:pt>
                <c:pt idx="37">
                  <c:v>-0.577</c:v>
                </c:pt>
                <c:pt idx="38">
                  <c:v>-0.952</c:v>
                </c:pt>
                <c:pt idx="39">
                  <c:v>-0.781</c:v>
                </c:pt>
                <c:pt idx="40">
                  <c:v>-1.208</c:v>
                </c:pt>
                <c:pt idx="41">
                  <c:v>-1.323</c:v>
                </c:pt>
                <c:pt idx="42">
                  <c:v>-1.955</c:v>
                </c:pt>
                <c:pt idx="43">
                  <c:v>-1.637</c:v>
                </c:pt>
                <c:pt idx="44">
                  <c:v>-1.929</c:v>
                </c:pt>
                <c:pt idx="45">
                  <c:v>-1.96</c:v>
                </c:pt>
                <c:pt idx="46">
                  <c:v>-2.169</c:v>
                </c:pt>
                <c:pt idx="47">
                  <c:v>-2.735</c:v>
                </c:pt>
                <c:pt idx="48">
                  <c:v>-3.236</c:v>
                </c:pt>
                <c:pt idx="49">
                  <c:v>-3.221</c:v>
                </c:pt>
                <c:pt idx="50">
                  <c:v>-3.162</c:v>
                </c:pt>
                <c:pt idx="51">
                  <c:v>-3.335</c:v>
                </c:pt>
                <c:pt idx="52">
                  <c:v>-2.994</c:v>
                </c:pt>
                <c:pt idx="53">
                  <c:v>-3.222</c:v>
                </c:pt>
                <c:pt idx="54">
                  <c:v>-3.397</c:v>
                </c:pt>
                <c:pt idx="55">
                  <c:v>-3.695</c:v>
                </c:pt>
                <c:pt idx="56">
                  <c:v>-3.737</c:v>
                </c:pt>
                <c:pt idx="57">
                  <c:v>-3.52</c:v>
                </c:pt>
                <c:pt idx="58">
                  <c:v>-3.315</c:v>
                </c:pt>
                <c:pt idx="59">
                  <c:v>-3.472</c:v>
                </c:pt>
                <c:pt idx="60">
                  <c:v>-3.498</c:v>
                </c:pt>
                <c:pt idx="61">
                  <c:v>-3.388</c:v>
                </c:pt>
                <c:pt idx="62">
                  <c:v>-3.245</c:v>
                </c:pt>
                <c:pt idx="63">
                  <c:v>-3.23</c:v>
                </c:pt>
                <c:pt idx="64">
                  <c:v>-2.983</c:v>
                </c:pt>
                <c:pt idx="65">
                  <c:v>-3.057</c:v>
                </c:pt>
                <c:pt idx="66">
                  <c:v>-3.126</c:v>
                </c:pt>
                <c:pt idx="67">
                  <c:v>-3.224</c:v>
                </c:pt>
                <c:pt idx="68">
                  <c:v>-2.715</c:v>
                </c:pt>
                <c:pt idx="69">
                  <c:v>-2.81</c:v>
                </c:pt>
                <c:pt idx="70">
                  <c:v>-2.918</c:v>
                </c:pt>
                <c:pt idx="71">
                  <c:v>-2.998</c:v>
                </c:pt>
                <c:pt idx="72">
                  <c:v>-3.146</c:v>
                </c:pt>
                <c:pt idx="73">
                  <c:v>-2.734</c:v>
                </c:pt>
                <c:pt idx="74">
                  <c:v>-2.931</c:v>
                </c:pt>
                <c:pt idx="75">
                  <c:v>-3.131</c:v>
                </c:pt>
                <c:pt idx="76">
                  <c:v>-3.065</c:v>
                </c:pt>
                <c:pt idx="77">
                  <c:v>-3.172</c:v>
                </c:pt>
                <c:pt idx="78">
                  <c:v>-3.284</c:v>
                </c:pt>
                <c:pt idx="79">
                  <c:v>-3.207</c:v>
                </c:pt>
                <c:pt idx="80">
                  <c:v>-3.534</c:v>
                </c:pt>
                <c:pt idx="81">
                  <c:v>-3.652</c:v>
                </c:pt>
                <c:pt idx="82">
                  <c:v>-3.838</c:v>
                </c:pt>
                <c:pt idx="83">
                  <c:v>-3.98</c:v>
                </c:pt>
                <c:pt idx="84">
                  <c:v>-4.075</c:v>
                </c:pt>
                <c:pt idx="85">
                  <c:v>-3.798</c:v>
                </c:pt>
                <c:pt idx="86">
                  <c:v>-3.865</c:v>
                </c:pt>
                <c:pt idx="87">
                  <c:v>-3.518</c:v>
                </c:pt>
                <c:pt idx="88">
                  <c:v>-3.538</c:v>
                </c:pt>
                <c:pt idx="89">
                  <c:v>-3.33</c:v>
                </c:pt>
                <c:pt idx="90">
                  <c:v>-3.403</c:v>
                </c:pt>
                <c:pt idx="91">
                  <c:v>-3.614</c:v>
                </c:pt>
                <c:pt idx="92">
                  <c:v>-3.236</c:v>
                </c:pt>
                <c:pt idx="93">
                  <c:v>-3.598</c:v>
                </c:pt>
                <c:pt idx="94">
                  <c:v>-3.478</c:v>
                </c:pt>
                <c:pt idx="95">
                  <c:v>-3.243</c:v>
                </c:pt>
                <c:pt idx="96">
                  <c:v>-3.275</c:v>
                </c:pt>
                <c:pt idx="97">
                  <c:v>-3.398</c:v>
                </c:pt>
                <c:pt idx="98">
                  <c:v>-3.169</c:v>
                </c:pt>
                <c:pt idx="99">
                  <c:v>-3.322</c:v>
                </c:pt>
                <c:pt idx="100">
                  <c:v>-3.693</c:v>
                </c:pt>
              </c:numCache>
            </c:numRef>
          </c:yVal>
        </c:ser>
        <c:ser>
          <c:idx val="2"/>
          <c:order val="2"/>
          <c:tx>
            <c:v>W3(t)</c:v>
          </c:tx>
          <c:spPr>
            <a:ln xmlns:a="http://schemas.openxmlformats.org/drawingml/2006/main" w="1905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Data'!$F$2:$F$102</c:f>
              <c:numCache>
                <c:formatCode>General</c:formatCode>
                <c:ptCount val="101"/>
                <c:pt idx="0">
                  <c:v>0</c:v>
                </c:pt>
                <c:pt idx="1">
                  <c:v>-0.664</c:v>
                </c:pt>
                <c:pt idx="2">
                  <c:v>-0.765</c:v>
                </c:pt>
                <c:pt idx="3">
                  <c:v>-0.767</c:v>
                </c:pt>
                <c:pt idx="4">
                  <c:v>-0.567</c:v>
                </c:pt>
                <c:pt idx="5">
                  <c:v>-0.885</c:v>
                </c:pt>
                <c:pt idx="6">
                  <c:v>-0.89</c:v>
                </c:pt>
                <c:pt idx="7">
                  <c:v>-0.962</c:v>
                </c:pt>
                <c:pt idx="8">
                  <c:v>-1.04</c:v>
                </c:pt>
                <c:pt idx="9">
                  <c:v>-1.075</c:v>
                </c:pt>
                <c:pt idx="10">
                  <c:v>-0.947</c:v>
                </c:pt>
                <c:pt idx="11">
                  <c:v>-0.912</c:v>
                </c:pt>
                <c:pt idx="12">
                  <c:v>-1.075</c:v>
                </c:pt>
                <c:pt idx="13">
                  <c:v>-1.059</c:v>
                </c:pt>
                <c:pt idx="14">
                  <c:v>-1.296</c:v>
                </c:pt>
                <c:pt idx="15">
                  <c:v>-1.262</c:v>
                </c:pt>
                <c:pt idx="16">
                  <c:v>-1.01</c:v>
                </c:pt>
                <c:pt idx="17">
                  <c:v>-1.072</c:v>
                </c:pt>
                <c:pt idx="18">
                  <c:v>-1.302</c:v>
                </c:pt>
                <c:pt idx="19">
                  <c:v>-1.106</c:v>
                </c:pt>
                <c:pt idx="20">
                  <c:v>-1.114</c:v>
                </c:pt>
                <c:pt idx="21">
                  <c:v>-1.409</c:v>
                </c:pt>
                <c:pt idx="22">
                  <c:v>-1.61</c:v>
                </c:pt>
                <c:pt idx="23">
                  <c:v>-1.918</c:v>
                </c:pt>
                <c:pt idx="24">
                  <c:v>-1.819</c:v>
                </c:pt>
                <c:pt idx="25">
                  <c:v>-1.697</c:v>
                </c:pt>
                <c:pt idx="26">
                  <c:v>-1.437</c:v>
                </c:pt>
                <c:pt idx="27">
                  <c:v>-1.443</c:v>
                </c:pt>
                <c:pt idx="28">
                  <c:v>-1.56</c:v>
                </c:pt>
                <c:pt idx="29">
                  <c:v>-1.5</c:v>
                </c:pt>
                <c:pt idx="30">
                  <c:v>-1.43</c:v>
                </c:pt>
                <c:pt idx="31">
                  <c:v>-1.343</c:v>
                </c:pt>
                <c:pt idx="32">
                  <c:v>-1.305</c:v>
                </c:pt>
                <c:pt idx="33">
                  <c:v>-1.401</c:v>
                </c:pt>
                <c:pt idx="34">
                  <c:v>-1.374</c:v>
                </c:pt>
                <c:pt idx="35">
                  <c:v>-1.58</c:v>
                </c:pt>
                <c:pt idx="36">
                  <c:v>-1.756</c:v>
                </c:pt>
                <c:pt idx="37">
                  <c:v>-1.99</c:v>
                </c:pt>
                <c:pt idx="38">
                  <c:v>-2.022</c:v>
                </c:pt>
                <c:pt idx="39">
                  <c:v>-1.971</c:v>
                </c:pt>
                <c:pt idx="40">
                  <c:v>-1.674</c:v>
                </c:pt>
                <c:pt idx="41">
                  <c:v>-1.748</c:v>
                </c:pt>
                <c:pt idx="42">
                  <c:v>-2.064</c:v>
                </c:pt>
                <c:pt idx="43">
                  <c:v>-2.417</c:v>
                </c:pt>
                <c:pt idx="44">
                  <c:v>-2.777</c:v>
                </c:pt>
                <c:pt idx="45">
                  <c:v>-2.601</c:v>
                </c:pt>
                <c:pt idx="46">
                  <c:v>-2.592</c:v>
                </c:pt>
                <c:pt idx="47">
                  <c:v>-2.644</c:v>
                </c:pt>
                <c:pt idx="48">
                  <c:v>-2.441</c:v>
                </c:pt>
                <c:pt idx="49">
                  <c:v>-2.359</c:v>
                </c:pt>
                <c:pt idx="50">
                  <c:v>-2.211</c:v>
                </c:pt>
                <c:pt idx="51">
                  <c:v>-2.264</c:v>
                </c:pt>
                <c:pt idx="52">
                  <c:v>-2.104</c:v>
                </c:pt>
                <c:pt idx="53">
                  <c:v>-2.003</c:v>
                </c:pt>
                <c:pt idx="54">
                  <c:v>-2.197</c:v>
                </c:pt>
                <c:pt idx="55">
                  <c:v>-1.821</c:v>
                </c:pt>
                <c:pt idx="56">
                  <c:v>-1.534</c:v>
                </c:pt>
                <c:pt idx="57">
                  <c:v>-1.581</c:v>
                </c:pt>
                <c:pt idx="58">
                  <c:v>-1.737</c:v>
                </c:pt>
                <c:pt idx="59">
                  <c:v>-2.18</c:v>
                </c:pt>
                <c:pt idx="60">
                  <c:v>-2.327</c:v>
                </c:pt>
                <c:pt idx="61">
                  <c:v>-2.259</c:v>
                </c:pt>
                <c:pt idx="62">
                  <c:v>-2.425</c:v>
                </c:pt>
                <c:pt idx="63">
                  <c:v>-2.467</c:v>
                </c:pt>
                <c:pt idx="64">
                  <c:v>-2.245</c:v>
                </c:pt>
                <c:pt idx="65">
                  <c:v>-2.23</c:v>
                </c:pt>
                <c:pt idx="66">
                  <c:v>-2.536</c:v>
                </c:pt>
                <c:pt idx="67">
                  <c:v>-2.537</c:v>
                </c:pt>
                <c:pt idx="68">
                  <c:v>-2.483</c:v>
                </c:pt>
                <c:pt idx="69">
                  <c:v>-2.798</c:v>
                </c:pt>
                <c:pt idx="70">
                  <c:v>-2.711</c:v>
                </c:pt>
                <c:pt idx="71">
                  <c:v>-2.811</c:v>
                </c:pt>
                <c:pt idx="72">
                  <c:v>-2.751</c:v>
                </c:pt>
                <c:pt idx="73">
                  <c:v>-2.391</c:v>
                </c:pt>
                <c:pt idx="74">
                  <c:v>-2.249</c:v>
                </c:pt>
                <c:pt idx="75">
                  <c:v>-2.35</c:v>
                </c:pt>
                <c:pt idx="76">
                  <c:v>-2.327</c:v>
                </c:pt>
                <c:pt idx="77">
                  <c:v>-2.91</c:v>
                </c:pt>
                <c:pt idx="78">
                  <c:v>-3.358</c:v>
                </c:pt>
                <c:pt idx="79">
                  <c:v>-3.189</c:v>
                </c:pt>
                <c:pt idx="80">
                  <c:v>-3.151</c:v>
                </c:pt>
                <c:pt idx="81">
                  <c:v>-2.8</c:v>
                </c:pt>
                <c:pt idx="82">
                  <c:v>-2.879</c:v>
                </c:pt>
                <c:pt idx="83">
                  <c:v>-2.717</c:v>
                </c:pt>
                <c:pt idx="84">
                  <c:v>-2.444</c:v>
                </c:pt>
                <c:pt idx="85">
                  <c:v>-2.588</c:v>
                </c:pt>
                <c:pt idx="86">
                  <c:v>-2.575</c:v>
                </c:pt>
                <c:pt idx="87">
                  <c:v>-2.633</c:v>
                </c:pt>
                <c:pt idx="88">
                  <c:v>-2.735</c:v>
                </c:pt>
                <c:pt idx="89">
                  <c:v>-3.023</c:v>
                </c:pt>
                <c:pt idx="90">
                  <c:v>-2.627</c:v>
                </c:pt>
                <c:pt idx="91">
                  <c:v>-2.733</c:v>
                </c:pt>
                <c:pt idx="92">
                  <c:v>-2.574</c:v>
                </c:pt>
                <c:pt idx="93">
                  <c:v>-2.544</c:v>
                </c:pt>
                <c:pt idx="94">
                  <c:v>-2.443</c:v>
                </c:pt>
                <c:pt idx="95">
                  <c:v>-2.176</c:v>
                </c:pt>
                <c:pt idx="96">
                  <c:v>-1.685</c:v>
                </c:pt>
                <c:pt idx="97">
                  <c:v>-1.417</c:v>
                </c:pt>
                <c:pt idx="98">
                  <c:v>-1.887</c:v>
                </c:pt>
                <c:pt idx="99">
                  <c:v>-1.668</c:v>
                </c:pt>
                <c:pt idx="100">
                  <c:v>-1.372</c:v>
                </c:pt>
              </c:numCache>
            </c:numRef>
          </c:yVal>
        </c:ser>
        <c:ser>
          <c:idx val="3"/>
          <c:order val="3"/>
          <c:tx>
            <c:v>W4(t)</c:v>
          </c:tx>
          <c:spPr>
            <a:ln xmlns:a="http://schemas.openxmlformats.org/drawingml/2006/main" w="19050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Data'!$H$2:$H$102</c:f>
              <c:numCache>
                <c:formatCode>General</c:formatCode>
                <c:ptCount val="101"/>
                <c:pt idx="0">
                  <c:v>0</c:v>
                </c:pt>
                <c:pt idx="1">
                  <c:v>-0.153</c:v>
                </c:pt>
                <c:pt idx="2">
                  <c:v>-0.099</c:v>
                </c:pt>
                <c:pt idx="3">
                  <c:v>-0.216</c:v>
                </c:pt>
                <c:pt idx="4">
                  <c:v>-0.206</c:v>
                </c:pt>
                <c:pt idx="5">
                  <c:v>-0.2</c:v>
                </c:pt>
                <c:pt idx="6">
                  <c:v>-0.284</c:v>
                </c:pt>
                <c:pt idx="7">
                  <c:v>-0.366</c:v>
                </c:pt>
                <c:pt idx="8">
                  <c:v>-0.736</c:v>
                </c:pt>
                <c:pt idx="9">
                  <c:v>-0.513</c:v>
                </c:pt>
                <c:pt idx="10">
                  <c:v>-0.449</c:v>
                </c:pt>
                <c:pt idx="11">
                  <c:v>-0.28</c:v>
                </c:pt>
                <c:pt idx="12">
                  <c:v>-0.07</c:v>
                </c:pt>
                <c:pt idx="13">
                  <c:v>-0.208</c:v>
                </c:pt>
                <c:pt idx="14">
                  <c:v>-0.266</c:v>
                </c:pt>
                <c:pt idx="15">
                  <c:v>-0.17</c:v>
                </c:pt>
                <c:pt idx="16">
                  <c:v>0.321</c:v>
                </c:pt>
                <c:pt idx="17">
                  <c:v>0.52</c:v>
                </c:pt>
                <c:pt idx="18">
                  <c:v>0.985</c:v>
                </c:pt>
                <c:pt idx="19">
                  <c:v>0.59</c:v>
                </c:pt>
                <c:pt idx="20">
                  <c:v>0.659</c:v>
                </c:pt>
                <c:pt idx="21">
                  <c:v>0.595</c:v>
                </c:pt>
                <c:pt idx="22">
                  <c:v>0.571</c:v>
                </c:pt>
                <c:pt idx="23">
                  <c:v>0.751</c:v>
                </c:pt>
                <c:pt idx="24">
                  <c:v>0.985</c:v>
                </c:pt>
                <c:pt idx="25">
                  <c:v>0.716</c:v>
                </c:pt>
                <c:pt idx="26">
                  <c:v>0.473</c:v>
                </c:pt>
                <c:pt idx="27">
                  <c:v>0.225</c:v>
                </c:pt>
                <c:pt idx="28">
                  <c:v>0.059</c:v>
                </c:pt>
                <c:pt idx="29">
                  <c:v>-0.03</c:v>
                </c:pt>
                <c:pt idx="30">
                  <c:v>0.58</c:v>
                </c:pt>
                <c:pt idx="31">
                  <c:v>0.817</c:v>
                </c:pt>
                <c:pt idx="32">
                  <c:v>0.623</c:v>
                </c:pt>
                <c:pt idx="33">
                  <c:v>0.854</c:v>
                </c:pt>
                <c:pt idx="34">
                  <c:v>0.83</c:v>
                </c:pt>
                <c:pt idx="35">
                  <c:v>0.828</c:v>
                </c:pt>
                <c:pt idx="36">
                  <c:v>0.86</c:v>
                </c:pt>
                <c:pt idx="37">
                  <c:v>1.009</c:v>
                </c:pt>
                <c:pt idx="38">
                  <c:v>1.292</c:v>
                </c:pt>
                <c:pt idx="39">
                  <c:v>1.509</c:v>
                </c:pt>
                <c:pt idx="40">
                  <c:v>1.626</c:v>
                </c:pt>
                <c:pt idx="41">
                  <c:v>1.766</c:v>
                </c:pt>
                <c:pt idx="42">
                  <c:v>1.549</c:v>
                </c:pt>
                <c:pt idx="43">
                  <c:v>1.511</c:v>
                </c:pt>
                <c:pt idx="44">
                  <c:v>1.883</c:v>
                </c:pt>
                <c:pt idx="45">
                  <c:v>1.546</c:v>
                </c:pt>
                <c:pt idx="46">
                  <c:v>1.497</c:v>
                </c:pt>
                <c:pt idx="47">
                  <c:v>1.821</c:v>
                </c:pt>
                <c:pt idx="48">
                  <c:v>1.878</c:v>
                </c:pt>
                <c:pt idx="49">
                  <c:v>2.012</c:v>
                </c:pt>
                <c:pt idx="50">
                  <c:v>1.8</c:v>
                </c:pt>
                <c:pt idx="51">
                  <c:v>1.995</c:v>
                </c:pt>
                <c:pt idx="52">
                  <c:v>2.5</c:v>
                </c:pt>
                <c:pt idx="53">
                  <c:v>2.613</c:v>
                </c:pt>
                <c:pt idx="54">
                  <c:v>2.768</c:v>
                </c:pt>
                <c:pt idx="55">
                  <c:v>2.701</c:v>
                </c:pt>
                <c:pt idx="56">
                  <c:v>2.794</c:v>
                </c:pt>
                <c:pt idx="57">
                  <c:v>2.636</c:v>
                </c:pt>
                <c:pt idx="58">
                  <c:v>2.572</c:v>
                </c:pt>
                <c:pt idx="59">
                  <c:v>2.399</c:v>
                </c:pt>
                <c:pt idx="60">
                  <c:v>2.715</c:v>
                </c:pt>
                <c:pt idx="61">
                  <c:v>2.807</c:v>
                </c:pt>
                <c:pt idx="62">
                  <c:v>2.726</c:v>
                </c:pt>
                <c:pt idx="63">
                  <c:v>2.722</c:v>
                </c:pt>
                <c:pt idx="64">
                  <c:v>2.503</c:v>
                </c:pt>
                <c:pt idx="65">
                  <c:v>2.531</c:v>
                </c:pt>
                <c:pt idx="66">
                  <c:v>2.412</c:v>
                </c:pt>
                <c:pt idx="67">
                  <c:v>2.48</c:v>
                </c:pt>
                <c:pt idx="68">
                  <c:v>2.387</c:v>
                </c:pt>
                <c:pt idx="69">
                  <c:v>2.388</c:v>
                </c:pt>
                <c:pt idx="70">
                  <c:v>2.458</c:v>
                </c:pt>
                <c:pt idx="71">
                  <c:v>2.377</c:v>
                </c:pt>
                <c:pt idx="72">
                  <c:v>1.88</c:v>
                </c:pt>
                <c:pt idx="73">
                  <c:v>1.938</c:v>
                </c:pt>
                <c:pt idx="74">
                  <c:v>1.896</c:v>
                </c:pt>
                <c:pt idx="75">
                  <c:v>2.1</c:v>
                </c:pt>
                <c:pt idx="76">
                  <c:v>2.1</c:v>
                </c:pt>
                <c:pt idx="77">
                  <c:v>1.892</c:v>
                </c:pt>
                <c:pt idx="78">
                  <c:v>1.775</c:v>
                </c:pt>
                <c:pt idx="79">
                  <c:v>1.453</c:v>
                </c:pt>
                <c:pt idx="80">
                  <c:v>1.763</c:v>
                </c:pt>
                <c:pt idx="81">
                  <c:v>1.228</c:v>
                </c:pt>
                <c:pt idx="82">
                  <c:v>1.332</c:v>
                </c:pt>
                <c:pt idx="83">
                  <c:v>1.116</c:v>
                </c:pt>
                <c:pt idx="84">
                  <c:v>1.464</c:v>
                </c:pt>
                <c:pt idx="85">
                  <c:v>1.477</c:v>
                </c:pt>
                <c:pt idx="86">
                  <c:v>1.577</c:v>
                </c:pt>
                <c:pt idx="87">
                  <c:v>1.899</c:v>
                </c:pt>
                <c:pt idx="88">
                  <c:v>1.962</c:v>
                </c:pt>
                <c:pt idx="89">
                  <c:v>2.257</c:v>
                </c:pt>
                <c:pt idx="90">
                  <c:v>2.506</c:v>
                </c:pt>
                <c:pt idx="91">
                  <c:v>2.365</c:v>
                </c:pt>
                <c:pt idx="92">
                  <c:v>1.878</c:v>
                </c:pt>
                <c:pt idx="93">
                  <c:v>2.053</c:v>
                </c:pt>
                <c:pt idx="94">
                  <c:v>1.807</c:v>
                </c:pt>
                <c:pt idx="95">
                  <c:v>1.927</c:v>
                </c:pt>
                <c:pt idx="96">
                  <c:v>2.002</c:v>
                </c:pt>
                <c:pt idx="97">
                  <c:v>1.732</c:v>
                </c:pt>
                <c:pt idx="98">
                  <c:v>1.799</c:v>
                </c:pt>
                <c:pt idx="99">
                  <c:v>1.572</c:v>
                </c:pt>
                <c:pt idx="100">
                  <c:v>1.296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W(t)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теория 2Dt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</c:numCache>
            </c:numRef>
          </c:xVal>
          <c:yVal>
            <c:numRef>
              <c:f>'Chart Data'!$B$2:$B$22</c:f>
              <c:numCache>
                <c:formatCode>General</c:formatCode>
                <c:ptCount val="21"/>
                <c:pt idx="0">
                  <c:v>0</c:v>
                </c:pt>
                <c:pt idx="1">
                  <c:v>0.35</c:v>
                </c:pt>
                <c:pt idx="2">
                  <c:v>0.7</c:v>
                </c:pt>
                <c:pt idx="3">
                  <c:v>1.05</c:v>
                </c:pt>
                <c:pt idx="4">
                  <c:v>1.4</c:v>
                </c:pt>
                <c:pt idx="5">
                  <c:v>1.75</c:v>
                </c:pt>
                <c:pt idx="6">
                  <c:v>2.1</c:v>
                </c:pt>
                <c:pt idx="7">
                  <c:v>2.45</c:v>
                </c:pt>
                <c:pt idx="8">
                  <c:v>2.8</c:v>
                </c:pt>
                <c:pt idx="9">
                  <c:v>3.15</c:v>
                </c:pt>
                <c:pt idx="10">
                  <c:v>3.5</c:v>
                </c:pt>
                <c:pt idx="11">
                  <c:v>3.85</c:v>
                </c:pt>
                <c:pt idx="12">
                  <c:v>4.2</c:v>
                </c:pt>
                <c:pt idx="13">
                  <c:v>4.55</c:v>
                </c:pt>
                <c:pt idx="14">
                  <c:v>4.9</c:v>
                </c:pt>
                <c:pt idx="15">
                  <c:v>5.25</c:v>
                </c:pt>
                <c:pt idx="16">
                  <c:v>5.6</c:v>
                </c:pt>
                <c:pt idx="17">
                  <c:v>5.95</c:v>
                </c:pt>
                <c:pt idx="18">
                  <c:v>6.3</c:v>
                </c:pt>
                <c:pt idx="19">
                  <c:v>6.65</c:v>
                </c:pt>
                <c:pt idx="20">
                  <c:v>7</c:v>
                </c:pt>
              </c:numCache>
            </c:numRef>
          </c:yVal>
        </c:ser>
        <c:ser>
          <c:idx val="1"/>
          <c:order val="1"/>
          <c:tx>
            <c:v>оценка по ансамблю</c:v>
          </c:tx>
          <c:spPr>
            <a:ln xmlns:a="http://schemas.openxmlformats.org/drawingml/2006/main" w="19050">
              <a:solidFill>
                <a:srgbClr val="4EA8DE"/>
              </a:solidFill>
              <a:prstDash val="dot"/>
            </a:ln>
          </c:spPr>
          <c:marker>
            <c:symbol val="circle"/>
            <c:size val="6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Data'!$C$2:$C$22</c:f>
              <c:numCache>
                <c:formatCode>General</c:formatCode>
                <c:ptCount val="2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</c:numCache>
            </c:numRef>
          </c:xVal>
          <c:yVal>
            <c:numRef>
              <c:f>'Chart Data'!$D$2:$D$22</c:f>
              <c:numCache>
                <c:formatCode>General</c:formatCode>
                <c:ptCount val="21"/>
                <c:pt idx="0">
                  <c:v>0</c:v>
                </c:pt>
                <c:pt idx="1">
                  <c:v>0.374</c:v>
                </c:pt>
                <c:pt idx="2">
                  <c:v>0.725</c:v>
                </c:pt>
                <c:pt idx="3">
                  <c:v>0.999</c:v>
                </c:pt>
                <c:pt idx="4">
                  <c:v>1.313</c:v>
                </c:pt>
                <c:pt idx="5">
                  <c:v>1.776</c:v>
                </c:pt>
                <c:pt idx="6">
                  <c:v>2.247</c:v>
                </c:pt>
                <c:pt idx="7">
                  <c:v>2.505</c:v>
                </c:pt>
                <c:pt idx="8">
                  <c:v>2.638</c:v>
                </c:pt>
                <c:pt idx="9">
                  <c:v>2.982</c:v>
                </c:pt>
                <c:pt idx="10">
                  <c:v>3.603</c:v>
                </c:pt>
                <c:pt idx="11">
                  <c:v>4.116</c:v>
                </c:pt>
                <c:pt idx="12">
                  <c:v>4.232</c:v>
                </c:pt>
                <c:pt idx="13">
                  <c:v>4.254</c:v>
                </c:pt>
                <c:pt idx="14">
                  <c:v>4.693</c:v>
                </c:pt>
                <c:pt idx="15">
                  <c:v>5.473</c:v>
                </c:pt>
                <c:pt idx="16">
                  <c:v>5.964</c:v>
                </c:pt>
                <c:pt idx="17">
                  <c:v>5.905</c:v>
                </c:pt>
                <c:pt idx="18">
                  <c:v>5.865</c:v>
                </c:pt>
                <c:pt idx="19">
                  <c:v>6.455</c:v>
                </c:pt>
                <c:pt idx="20">
                  <c:v>7.374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MSD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реализация 1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</c:numCache>
            </c:numRef>
          </c:xVal>
          <c:yVal>
            <c:numRef>
              <c:f>'Chart Data'!$B$2:$B$82</c:f>
              <c:numCache>
                <c:formatCode>General</c:formatCode>
                <c:ptCount val="81"/>
                <c:pt idx="0">
                  <c:v>1.4</c:v>
                </c:pt>
                <c:pt idx="1">
                  <c:v>1.509</c:v>
                </c:pt>
                <c:pt idx="2">
                  <c:v>1.185</c:v>
                </c:pt>
                <c:pt idx="3">
                  <c:v>1.12</c:v>
                </c:pt>
                <c:pt idx="4">
                  <c:v>1.412</c:v>
                </c:pt>
                <c:pt idx="5">
                  <c:v>1.763</c:v>
                </c:pt>
                <c:pt idx="6">
                  <c:v>1.896</c:v>
                </c:pt>
                <c:pt idx="7">
                  <c:v>1.767</c:v>
                </c:pt>
                <c:pt idx="8">
                  <c:v>1.861</c:v>
                </c:pt>
                <c:pt idx="9">
                  <c:v>1.944</c:v>
                </c:pt>
                <c:pt idx="10">
                  <c:v>1.482</c:v>
                </c:pt>
                <c:pt idx="11">
                  <c:v>1.297</c:v>
                </c:pt>
                <c:pt idx="12">
                  <c:v>1.093</c:v>
                </c:pt>
                <c:pt idx="13">
                  <c:v>1.104</c:v>
                </c:pt>
                <c:pt idx="14">
                  <c:v>1.052</c:v>
                </c:pt>
                <c:pt idx="15">
                  <c:v>0.697</c:v>
                </c:pt>
                <c:pt idx="16">
                  <c:v>0.859</c:v>
                </c:pt>
                <c:pt idx="17">
                  <c:v>0.256</c:v>
                </c:pt>
                <c:pt idx="18">
                  <c:v>0.052</c:v>
                </c:pt>
                <c:pt idx="19">
                  <c:v>0.112</c:v>
                </c:pt>
                <c:pt idx="20">
                  <c:v>0.041</c:v>
                </c:pt>
                <c:pt idx="21">
                  <c:v>0.219</c:v>
                </c:pt>
                <c:pt idx="22">
                  <c:v>0.082</c:v>
                </c:pt>
                <c:pt idx="23">
                  <c:v>-0.043</c:v>
                </c:pt>
                <c:pt idx="24">
                  <c:v>-0.439</c:v>
                </c:pt>
                <c:pt idx="25">
                  <c:v>-0.636</c:v>
                </c:pt>
                <c:pt idx="26">
                  <c:v>-0.458</c:v>
                </c:pt>
                <c:pt idx="27">
                  <c:v>0.018</c:v>
                </c:pt>
                <c:pt idx="28">
                  <c:v>-0.668</c:v>
                </c:pt>
                <c:pt idx="29">
                  <c:v>-0.629</c:v>
                </c:pt>
                <c:pt idx="30">
                  <c:v>-0.707</c:v>
                </c:pt>
                <c:pt idx="31">
                  <c:v>-0.672</c:v>
                </c:pt>
                <c:pt idx="32">
                  <c:v>-0.565</c:v>
                </c:pt>
                <c:pt idx="33">
                  <c:v>-0.577</c:v>
                </c:pt>
                <c:pt idx="34">
                  <c:v>-0.12</c:v>
                </c:pt>
                <c:pt idx="35">
                  <c:v>-0.139</c:v>
                </c:pt>
                <c:pt idx="36">
                  <c:v>0.147</c:v>
                </c:pt>
                <c:pt idx="37">
                  <c:v>0.314</c:v>
                </c:pt>
                <c:pt idx="38">
                  <c:v>0.295</c:v>
                </c:pt>
                <c:pt idx="39">
                  <c:v>0.26</c:v>
                </c:pt>
                <c:pt idx="40">
                  <c:v>0.33</c:v>
                </c:pt>
                <c:pt idx="41">
                  <c:v>0.45</c:v>
                </c:pt>
                <c:pt idx="42">
                  <c:v>0.456</c:v>
                </c:pt>
                <c:pt idx="43">
                  <c:v>0.421</c:v>
                </c:pt>
                <c:pt idx="44">
                  <c:v>-0.008</c:v>
                </c:pt>
                <c:pt idx="45">
                  <c:v>0.04</c:v>
                </c:pt>
                <c:pt idx="46">
                  <c:v>-0.125</c:v>
                </c:pt>
                <c:pt idx="47">
                  <c:v>-0.177</c:v>
                </c:pt>
                <c:pt idx="48">
                  <c:v>-0.323</c:v>
                </c:pt>
                <c:pt idx="49">
                  <c:v>-0.557</c:v>
                </c:pt>
                <c:pt idx="50">
                  <c:v>-0.359</c:v>
                </c:pt>
                <c:pt idx="51">
                  <c:v>-0.371</c:v>
                </c:pt>
                <c:pt idx="52">
                  <c:v>-0.314</c:v>
                </c:pt>
                <c:pt idx="53">
                  <c:v>-0.011</c:v>
                </c:pt>
                <c:pt idx="54">
                  <c:v>-0.153</c:v>
                </c:pt>
                <c:pt idx="55">
                  <c:v>-0.014</c:v>
                </c:pt>
                <c:pt idx="56">
                  <c:v>0.13</c:v>
                </c:pt>
                <c:pt idx="57">
                  <c:v>0.033</c:v>
                </c:pt>
                <c:pt idx="58">
                  <c:v>0.314</c:v>
                </c:pt>
                <c:pt idx="59">
                  <c:v>0.749</c:v>
                </c:pt>
                <c:pt idx="60">
                  <c:v>0.5</c:v>
                </c:pt>
                <c:pt idx="61">
                  <c:v>0.291</c:v>
                </c:pt>
                <c:pt idx="62">
                  <c:v>0.249</c:v>
                </c:pt>
                <c:pt idx="63">
                  <c:v>0.38</c:v>
                </c:pt>
                <c:pt idx="64">
                  <c:v>0.363</c:v>
                </c:pt>
                <c:pt idx="65">
                  <c:v>0.51</c:v>
                </c:pt>
                <c:pt idx="66">
                  <c:v>0.26</c:v>
                </c:pt>
                <c:pt idx="67">
                  <c:v>0.549</c:v>
                </c:pt>
                <c:pt idx="68">
                  <c:v>0.306</c:v>
                </c:pt>
                <c:pt idx="69">
                  <c:v>-0.117</c:v>
                </c:pt>
                <c:pt idx="70">
                  <c:v>-0.613</c:v>
                </c:pt>
                <c:pt idx="71">
                  <c:v>-1.08</c:v>
                </c:pt>
                <c:pt idx="72">
                  <c:v>-1.159</c:v>
                </c:pt>
                <c:pt idx="73">
                  <c:v>-1.456</c:v>
                </c:pt>
                <c:pt idx="74">
                  <c:v>-1.592</c:v>
                </c:pt>
                <c:pt idx="75">
                  <c:v>-1.587</c:v>
                </c:pt>
                <c:pt idx="76">
                  <c:v>-1.155</c:v>
                </c:pt>
                <c:pt idx="77">
                  <c:v>-1.017</c:v>
                </c:pt>
                <c:pt idx="78">
                  <c:v>-1.491</c:v>
                </c:pt>
                <c:pt idx="79">
                  <c:v>-1.199</c:v>
                </c:pt>
                <c:pt idx="80">
                  <c:v>-1.136</c:v>
                </c:pt>
              </c:numCache>
            </c:numRef>
          </c:yVal>
        </c:ser>
        <c:ser>
          <c:idx val="1"/>
          <c:order val="1"/>
          <c:tx>
            <c:v>реализация 2</c:v>
          </c:tx>
          <c:spPr>
            <a:ln xmlns:a="http://schemas.openxmlformats.org/drawingml/2006/main" w="1905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</c:numCache>
            </c:numRef>
          </c:xVal>
          <c:yVal>
            <c:numRef>
              <c:f>'Chart Data'!$D$2:$D$82</c:f>
              <c:numCache>
                <c:formatCode>General</c:formatCode>
                <c:ptCount val="81"/>
                <c:pt idx="0">
                  <c:v>1.1</c:v>
                </c:pt>
                <c:pt idx="1">
                  <c:v>0.995</c:v>
                </c:pt>
                <c:pt idx="2">
                  <c:v>0.658</c:v>
                </c:pt>
                <c:pt idx="3">
                  <c:v>0.465</c:v>
                </c:pt>
                <c:pt idx="4">
                  <c:v>0.201</c:v>
                </c:pt>
                <c:pt idx="5">
                  <c:v>-0.089</c:v>
                </c:pt>
                <c:pt idx="6">
                  <c:v>-0.19</c:v>
                </c:pt>
                <c:pt idx="7">
                  <c:v>-0.278</c:v>
                </c:pt>
                <c:pt idx="8">
                  <c:v>-0.097</c:v>
                </c:pt>
                <c:pt idx="9">
                  <c:v>-0.337</c:v>
                </c:pt>
                <c:pt idx="10">
                  <c:v>-0.047</c:v>
                </c:pt>
                <c:pt idx="11">
                  <c:v>-0.236</c:v>
                </c:pt>
                <c:pt idx="12">
                  <c:v>-0.714</c:v>
                </c:pt>
                <c:pt idx="13">
                  <c:v>-0.608</c:v>
                </c:pt>
                <c:pt idx="14">
                  <c:v>-0.525</c:v>
                </c:pt>
                <c:pt idx="15">
                  <c:v>-0.724</c:v>
                </c:pt>
                <c:pt idx="16">
                  <c:v>-0.731</c:v>
                </c:pt>
                <c:pt idx="17">
                  <c:v>-0.537</c:v>
                </c:pt>
                <c:pt idx="18">
                  <c:v>-0.393</c:v>
                </c:pt>
                <c:pt idx="19">
                  <c:v>-0.282</c:v>
                </c:pt>
                <c:pt idx="20">
                  <c:v>-0.446</c:v>
                </c:pt>
                <c:pt idx="21">
                  <c:v>-0.68</c:v>
                </c:pt>
                <c:pt idx="22">
                  <c:v>-0.879</c:v>
                </c:pt>
                <c:pt idx="23">
                  <c:v>-0.997</c:v>
                </c:pt>
                <c:pt idx="24">
                  <c:v>-0.768</c:v>
                </c:pt>
                <c:pt idx="25">
                  <c:v>-0.919</c:v>
                </c:pt>
                <c:pt idx="26">
                  <c:v>-0.721</c:v>
                </c:pt>
                <c:pt idx="27">
                  <c:v>-0.796</c:v>
                </c:pt>
                <c:pt idx="28">
                  <c:v>-0.635</c:v>
                </c:pt>
                <c:pt idx="29">
                  <c:v>-0.357</c:v>
                </c:pt>
                <c:pt idx="30">
                  <c:v>0.084</c:v>
                </c:pt>
                <c:pt idx="31">
                  <c:v>0.049</c:v>
                </c:pt>
                <c:pt idx="32">
                  <c:v>0.167</c:v>
                </c:pt>
                <c:pt idx="33">
                  <c:v>0.447</c:v>
                </c:pt>
                <c:pt idx="34">
                  <c:v>0.45</c:v>
                </c:pt>
                <c:pt idx="35">
                  <c:v>0.58</c:v>
                </c:pt>
                <c:pt idx="36">
                  <c:v>0.456</c:v>
                </c:pt>
                <c:pt idx="37">
                  <c:v>0.843</c:v>
                </c:pt>
                <c:pt idx="38">
                  <c:v>0.382</c:v>
                </c:pt>
                <c:pt idx="39">
                  <c:v>0.384</c:v>
                </c:pt>
                <c:pt idx="40">
                  <c:v>0.341</c:v>
                </c:pt>
                <c:pt idx="41">
                  <c:v>0.069</c:v>
                </c:pt>
                <c:pt idx="42">
                  <c:v>0.276</c:v>
                </c:pt>
                <c:pt idx="43">
                  <c:v>0.212</c:v>
                </c:pt>
                <c:pt idx="44">
                  <c:v>-0.053</c:v>
                </c:pt>
                <c:pt idx="45">
                  <c:v>-0.325</c:v>
                </c:pt>
                <c:pt idx="46">
                  <c:v>-0.197</c:v>
                </c:pt>
                <c:pt idx="47">
                  <c:v>-0.605</c:v>
                </c:pt>
                <c:pt idx="48">
                  <c:v>-0.544</c:v>
                </c:pt>
                <c:pt idx="49">
                  <c:v>-0.132</c:v>
                </c:pt>
                <c:pt idx="50">
                  <c:v>-0.024</c:v>
                </c:pt>
                <c:pt idx="51">
                  <c:v>-0.206</c:v>
                </c:pt>
                <c:pt idx="52">
                  <c:v>-0.231</c:v>
                </c:pt>
                <c:pt idx="53">
                  <c:v>-0.282</c:v>
                </c:pt>
                <c:pt idx="54">
                  <c:v>-0.21</c:v>
                </c:pt>
                <c:pt idx="55">
                  <c:v>0.114</c:v>
                </c:pt>
                <c:pt idx="56">
                  <c:v>-0.087</c:v>
                </c:pt>
                <c:pt idx="57">
                  <c:v>-0.058</c:v>
                </c:pt>
                <c:pt idx="58">
                  <c:v>-0.245</c:v>
                </c:pt>
                <c:pt idx="59">
                  <c:v>-0.394</c:v>
                </c:pt>
                <c:pt idx="60">
                  <c:v>-0.254</c:v>
                </c:pt>
                <c:pt idx="61">
                  <c:v>-0.318</c:v>
                </c:pt>
                <c:pt idx="62">
                  <c:v>-0.463</c:v>
                </c:pt>
                <c:pt idx="63">
                  <c:v>-0.225</c:v>
                </c:pt>
                <c:pt idx="64">
                  <c:v>-0.114</c:v>
                </c:pt>
                <c:pt idx="65">
                  <c:v>-0.059</c:v>
                </c:pt>
                <c:pt idx="66">
                  <c:v>0.05</c:v>
                </c:pt>
                <c:pt idx="67">
                  <c:v>-0.055</c:v>
                </c:pt>
                <c:pt idx="68">
                  <c:v>0.197</c:v>
                </c:pt>
                <c:pt idx="69">
                  <c:v>0.296</c:v>
                </c:pt>
                <c:pt idx="70">
                  <c:v>0.007</c:v>
                </c:pt>
                <c:pt idx="71">
                  <c:v>0.051</c:v>
                </c:pt>
                <c:pt idx="72">
                  <c:v>0.007</c:v>
                </c:pt>
                <c:pt idx="73">
                  <c:v>0.094</c:v>
                </c:pt>
                <c:pt idx="74">
                  <c:v>0.014</c:v>
                </c:pt>
                <c:pt idx="75">
                  <c:v>0.16</c:v>
                </c:pt>
                <c:pt idx="76">
                  <c:v>0.372</c:v>
                </c:pt>
                <c:pt idx="77">
                  <c:v>0.936</c:v>
                </c:pt>
                <c:pt idx="78">
                  <c:v>0.893</c:v>
                </c:pt>
                <c:pt idx="79">
                  <c:v>0.997</c:v>
                </c:pt>
                <c:pt idx="80">
                  <c:v>0.925</c:v>
                </c:pt>
              </c:numCache>
            </c:numRef>
          </c:yVal>
        </c:ser>
        <c:ser>
          <c:idx val="2"/>
          <c:order val="2"/>
          <c:tx>
            <c:v>реализация 3</c:v>
          </c:tx>
          <c:spPr>
            <a:ln xmlns:a="http://schemas.openxmlformats.org/drawingml/2006/main" w="1905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Data'!$E$2:$E$82</c:f>
              <c:numCache>
                <c:formatCode>General</c:formatCode>
                <c:ptCount val="8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</c:numCache>
            </c:numRef>
          </c:xVal>
          <c:yVal>
            <c:numRef>
              <c:f>'Chart Data'!$F$2:$F$82</c:f>
              <c:numCache>
                <c:formatCode>General</c:formatCode>
                <c:ptCount val="81"/>
                <c:pt idx="0">
                  <c:v>0.8</c:v>
                </c:pt>
                <c:pt idx="1">
                  <c:v>0.806</c:v>
                </c:pt>
                <c:pt idx="2">
                  <c:v>0.805</c:v>
                </c:pt>
                <c:pt idx="3">
                  <c:v>0.855</c:v>
                </c:pt>
                <c:pt idx="4">
                  <c:v>0.706</c:v>
                </c:pt>
                <c:pt idx="5">
                  <c:v>1.024</c:v>
                </c:pt>
                <c:pt idx="6">
                  <c:v>0.881</c:v>
                </c:pt>
                <c:pt idx="7">
                  <c:v>1.039</c:v>
                </c:pt>
                <c:pt idx="8">
                  <c:v>0.885</c:v>
                </c:pt>
                <c:pt idx="9">
                  <c:v>0.543</c:v>
                </c:pt>
                <c:pt idx="10">
                  <c:v>0.235</c:v>
                </c:pt>
                <c:pt idx="11">
                  <c:v>0.372</c:v>
                </c:pt>
                <c:pt idx="12">
                  <c:v>0.616</c:v>
                </c:pt>
                <c:pt idx="13">
                  <c:v>0.424</c:v>
                </c:pt>
                <c:pt idx="14">
                  <c:v>0.492</c:v>
                </c:pt>
                <c:pt idx="15">
                  <c:v>0.588</c:v>
                </c:pt>
                <c:pt idx="16">
                  <c:v>0.549</c:v>
                </c:pt>
                <c:pt idx="17">
                  <c:v>0.251</c:v>
                </c:pt>
                <c:pt idx="18">
                  <c:v>0.074</c:v>
                </c:pt>
                <c:pt idx="19">
                  <c:v>0.153</c:v>
                </c:pt>
                <c:pt idx="20">
                  <c:v>0.63</c:v>
                </c:pt>
                <c:pt idx="21">
                  <c:v>0.81</c:v>
                </c:pt>
                <c:pt idx="22">
                  <c:v>0.778</c:v>
                </c:pt>
                <c:pt idx="23">
                  <c:v>0.568</c:v>
                </c:pt>
                <c:pt idx="24">
                  <c:v>0.773</c:v>
                </c:pt>
                <c:pt idx="25">
                  <c:v>0.472</c:v>
                </c:pt>
                <c:pt idx="26">
                  <c:v>1.027</c:v>
                </c:pt>
                <c:pt idx="27">
                  <c:v>0.698</c:v>
                </c:pt>
                <c:pt idx="28">
                  <c:v>0.821</c:v>
                </c:pt>
                <c:pt idx="29">
                  <c:v>0.447</c:v>
                </c:pt>
                <c:pt idx="30">
                  <c:v>0.167</c:v>
                </c:pt>
                <c:pt idx="31">
                  <c:v>0.036</c:v>
                </c:pt>
                <c:pt idx="32">
                  <c:v>-0.043</c:v>
                </c:pt>
                <c:pt idx="33">
                  <c:v>0.404</c:v>
                </c:pt>
                <c:pt idx="34">
                  <c:v>0.481</c:v>
                </c:pt>
                <c:pt idx="35">
                  <c:v>0.433</c:v>
                </c:pt>
                <c:pt idx="36">
                  <c:v>0.622</c:v>
                </c:pt>
                <c:pt idx="37">
                  <c:v>0.642</c:v>
                </c:pt>
                <c:pt idx="38">
                  <c:v>0.827</c:v>
                </c:pt>
                <c:pt idx="39">
                  <c:v>0.463</c:v>
                </c:pt>
                <c:pt idx="40">
                  <c:v>-0.336</c:v>
                </c:pt>
                <c:pt idx="41">
                  <c:v>-0.078</c:v>
                </c:pt>
                <c:pt idx="42">
                  <c:v>0.245</c:v>
                </c:pt>
                <c:pt idx="43">
                  <c:v>0.448</c:v>
                </c:pt>
                <c:pt idx="44">
                  <c:v>0.752</c:v>
                </c:pt>
                <c:pt idx="45">
                  <c:v>0.741</c:v>
                </c:pt>
                <c:pt idx="46">
                  <c:v>0.683</c:v>
                </c:pt>
                <c:pt idx="47">
                  <c:v>0.526</c:v>
                </c:pt>
                <c:pt idx="48">
                  <c:v>0.845</c:v>
                </c:pt>
                <c:pt idx="49">
                  <c:v>0.499</c:v>
                </c:pt>
                <c:pt idx="50">
                  <c:v>0.645</c:v>
                </c:pt>
                <c:pt idx="51">
                  <c:v>0.388</c:v>
                </c:pt>
                <c:pt idx="52">
                  <c:v>0.262</c:v>
                </c:pt>
                <c:pt idx="53">
                  <c:v>0.244</c:v>
                </c:pt>
                <c:pt idx="54">
                  <c:v>0.227</c:v>
                </c:pt>
                <c:pt idx="55">
                  <c:v>0.13</c:v>
                </c:pt>
                <c:pt idx="56">
                  <c:v>-0.005</c:v>
                </c:pt>
                <c:pt idx="57">
                  <c:v>0.239</c:v>
                </c:pt>
                <c:pt idx="58">
                  <c:v>0.37</c:v>
                </c:pt>
                <c:pt idx="59">
                  <c:v>0.557</c:v>
                </c:pt>
                <c:pt idx="60">
                  <c:v>0.464</c:v>
                </c:pt>
                <c:pt idx="61">
                  <c:v>0.29</c:v>
                </c:pt>
                <c:pt idx="62">
                  <c:v>0.668</c:v>
                </c:pt>
                <c:pt idx="63">
                  <c:v>0.533</c:v>
                </c:pt>
                <c:pt idx="64">
                  <c:v>0.607</c:v>
                </c:pt>
                <c:pt idx="65">
                  <c:v>0.687</c:v>
                </c:pt>
                <c:pt idx="66">
                  <c:v>0.59</c:v>
                </c:pt>
                <c:pt idx="67">
                  <c:v>0.767</c:v>
                </c:pt>
                <c:pt idx="68">
                  <c:v>0.62</c:v>
                </c:pt>
                <c:pt idx="69">
                  <c:v>0.414</c:v>
                </c:pt>
                <c:pt idx="70">
                  <c:v>0.138</c:v>
                </c:pt>
                <c:pt idx="71">
                  <c:v>-0.104</c:v>
                </c:pt>
                <c:pt idx="72">
                  <c:v>-0.03</c:v>
                </c:pt>
                <c:pt idx="73">
                  <c:v>0.161</c:v>
                </c:pt>
                <c:pt idx="74">
                  <c:v>-0.196</c:v>
                </c:pt>
                <c:pt idx="75">
                  <c:v>0.123</c:v>
                </c:pt>
                <c:pt idx="76">
                  <c:v>-0.339</c:v>
                </c:pt>
                <c:pt idx="77">
                  <c:v>-0.481</c:v>
                </c:pt>
                <c:pt idx="78">
                  <c:v>-0.498</c:v>
                </c:pt>
                <c:pt idx="79">
                  <c:v>-0.243</c:v>
                </c:pt>
                <c:pt idx="80">
                  <c:v>-0.208</c:v>
                </c:pt>
              </c:numCache>
            </c:numRef>
          </c:yVal>
        </c:ser>
        <c:ser>
          <c:idx val="3"/>
          <c:order val="3"/>
          <c:tx>
            <c:v>реализация 4</c:v>
          </c:tx>
          <c:spPr>
            <a:ln xmlns:a="http://schemas.openxmlformats.org/drawingml/2006/main" w="19050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Data'!$G$2:$G$82</c:f>
              <c:numCache>
                <c:formatCode>General</c:formatCode>
                <c:ptCount val="8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</c:numCache>
            </c:numRef>
          </c:xVal>
          <c:yVal>
            <c:numRef>
              <c:f>'Chart Data'!$H$2:$H$82</c:f>
              <c:numCache>
                <c:formatCode>General</c:formatCode>
                <c:ptCount val="81"/>
                <c:pt idx="0">
                  <c:v>0.5</c:v>
                </c:pt>
                <c:pt idx="1">
                  <c:v>0.505</c:v>
                </c:pt>
                <c:pt idx="2">
                  <c:v>0.62</c:v>
                </c:pt>
                <c:pt idx="3">
                  <c:v>0.421</c:v>
                </c:pt>
                <c:pt idx="4">
                  <c:v>0.336</c:v>
                </c:pt>
                <c:pt idx="5">
                  <c:v>0.067</c:v>
                </c:pt>
                <c:pt idx="6">
                  <c:v>0.219</c:v>
                </c:pt>
                <c:pt idx="7">
                  <c:v>0.708</c:v>
                </c:pt>
                <c:pt idx="8">
                  <c:v>0.599</c:v>
                </c:pt>
                <c:pt idx="9">
                  <c:v>0.743</c:v>
                </c:pt>
                <c:pt idx="10">
                  <c:v>0.692</c:v>
                </c:pt>
                <c:pt idx="11">
                  <c:v>0.779</c:v>
                </c:pt>
                <c:pt idx="12">
                  <c:v>0.752</c:v>
                </c:pt>
                <c:pt idx="13">
                  <c:v>1.139</c:v>
                </c:pt>
                <c:pt idx="14">
                  <c:v>0.887</c:v>
                </c:pt>
                <c:pt idx="15">
                  <c:v>0.913</c:v>
                </c:pt>
                <c:pt idx="16">
                  <c:v>0.589</c:v>
                </c:pt>
                <c:pt idx="17">
                  <c:v>0.689</c:v>
                </c:pt>
                <c:pt idx="18">
                  <c:v>0.455</c:v>
                </c:pt>
                <c:pt idx="19">
                  <c:v>0.474</c:v>
                </c:pt>
                <c:pt idx="20">
                  <c:v>0.343</c:v>
                </c:pt>
                <c:pt idx="21">
                  <c:v>-0.048</c:v>
                </c:pt>
                <c:pt idx="22">
                  <c:v>0.206</c:v>
                </c:pt>
                <c:pt idx="23">
                  <c:v>0.419</c:v>
                </c:pt>
                <c:pt idx="24">
                  <c:v>0.303</c:v>
                </c:pt>
                <c:pt idx="25">
                  <c:v>0.106</c:v>
                </c:pt>
                <c:pt idx="26">
                  <c:v>-0.312</c:v>
                </c:pt>
                <c:pt idx="27">
                  <c:v>-0.457</c:v>
                </c:pt>
                <c:pt idx="28">
                  <c:v>-0.853</c:v>
                </c:pt>
                <c:pt idx="29">
                  <c:v>-0.888</c:v>
                </c:pt>
                <c:pt idx="30">
                  <c:v>-0.829</c:v>
                </c:pt>
                <c:pt idx="31">
                  <c:v>-0.591</c:v>
                </c:pt>
                <c:pt idx="32">
                  <c:v>-0.598</c:v>
                </c:pt>
                <c:pt idx="33">
                  <c:v>-0.915</c:v>
                </c:pt>
                <c:pt idx="34">
                  <c:v>-0.609</c:v>
                </c:pt>
                <c:pt idx="35">
                  <c:v>-0.517</c:v>
                </c:pt>
                <c:pt idx="36">
                  <c:v>-0.428</c:v>
                </c:pt>
                <c:pt idx="37">
                  <c:v>-0.791</c:v>
                </c:pt>
                <c:pt idx="38">
                  <c:v>-0.554</c:v>
                </c:pt>
                <c:pt idx="39">
                  <c:v>-0.375</c:v>
                </c:pt>
                <c:pt idx="40">
                  <c:v>-0.613</c:v>
                </c:pt>
                <c:pt idx="41">
                  <c:v>-0.543</c:v>
                </c:pt>
                <c:pt idx="42">
                  <c:v>-0.468</c:v>
                </c:pt>
                <c:pt idx="43">
                  <c:v>-0.579</c:v>
                </c:pt>
                <c:pt idx="44">
                  <c:v>-0.243</c:v>
                </c:pt>
                <c:pt idx="45">
                  <c:v>-0.097</c:v>
                </c:pt>
                <c:pt idx="46">
                  <c:v>-0.176</c:v>
                </c:pt>
                <c:pt idx="47">
                  <c:v>-0.402</c:v>
                </c:pt>
                <c:pt idx="48">
                  <c:v>-0.31</c:v>
                </c:pt>
                <c:pt idx="49">
                  <c:v>-0.409</c:v>
                </c:pt>
                <c:pt idx="50">
                  <c:v>-0.155</c:v>
                </c:pt>
                <c:pt idx="51">
                  <c:v>-0.333</c:v>
                </c:pt>
                <c:pt idx="52">
                  <c:v>-0.666</c:v>
                </c:pt>
                <c:pt idx="53">
                  <c:v>-0.446</c:v>
                </c:pt>
                <c:pt idx="54">
                  <c:v>-0.384</c:v>
                </c:pt>
                <c:pt idx="55">
                  <c:v>-0.336</c:v>
                </c:pt>
                <c:pt idx="56">
                  <c:v>-0.153</c:v>
                </c:pt>
                <c:pt idx="57">
                  <c:v>0.25</c:v>
                </c:pt>
                <c:pt idx="58">
                  <c:v>0.073</c:v>
                </c:pt>
                <c:pt idx="59">
                  <c:v>-0.17</c:v>
                </c:pt>
                <c:pt idx="60">
                  <c:v>-0.433</c:v>
                </c:pt>
                <c:pt idx="61">
                  <c:v>-0.312</c:v>
                </c:pt>
                <c:pt idx="62">
                  <c:v>-0.132</c:v>
                </c:pt>
                <c:pt idx="63">
                  <c:v>-0.379</c:v>
                </c:pt>
                <c:pt idx="64">
                  <c:v>-0.329</c:v>
                </c:pt>
                <c:pt idx="65">
                  <c:v>-0.389</c:v>
                </c:pt>
                <c:pt idx="66">
                  <c:v>-0.787</c:v>
                </c:pt>
                <c:pt idx="67">
                  <c:v>-0.816</c:v>
                </c:pt>
                <c:pt idx="68">
                  <c:v>-0.906</c:v>
                </c:pt>
                <c:pt idx="69">
                  <c:v>-0.819</c:v>
                </c:pt>
                <c:pt idx="70">
                  <c:v>-0.868</c:v>
                </c:pt>
                <c:pt idx="71">
                  <c:v>-0.642</c:v>
                </c:pt>
                <c:pt idx="72">
                  <c:v>-0.56</c:v>
                </c:pt>
                <c:pt idx="73">
                  <c:v>-0.589</c:v>
                </c:pt>
                <c:pt idx="74">
                  <c:v>-0.744</c:v>
                </c:pt>
                <c:pt idx="75">
                  <c:v>-0.87</c:v>
                </c:pt>
                <c:pt idx="76">
                  <c:v>-0.864</c:v>
                </c:pt>
                <c:pt idx="77">
                  <c:v>-0.947</c:v>
                </c:pt>
                <c:pt idx="78">
                  <c:v>-0.697</c:v>
                </c:pt>
                <c:pt idx="79">
                  <c:v>-0.532</c:v>
                </c:pt>
                <c:pt idx="80">
                  <c:v>-0.859</c:v>
                </c:pt>
              </c:numCache>
            </c:numRef>
          </c:yVal>
        </c:ser>
        <c:ser>
          <c:idx val="4"/>
          <c:order val="4"/>
          <c:tx>
            <c:v>реализация 5</c:v>
          </c:tx>
          <c:spPr>
            <a:ln xmlns:a="http://schemas.openxmlformats.org/drawingml/2006/main" w="19050">
              <a:solidFill>
                <a:srgbClr val="F9C74F"/>
              </a:solidFill>
              <a:prstDash val="solid"/>
            </a:ln>
          </c:spPr>
          <c:marker>
            <c:symbol val="none"/>
          </c:marker>
          <c:xVal>
            <c:numRef>
              <c:f>'Chart Data'!$I$2:$I$82</c:f>
              <c:numCache>
                <c:formatCode>General</c:formatCode>
                <c:ptCount val="8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</c:numCache>
            </c:numRef>
          </c:xVal>
          <c:yVal>
            <c:numRef>
              <c:f>'Chart Data'!$J$2:$J$82</c:f>
              <c:numCache>
                <c:formatCode>General</c:formatCode>
                <c:ptCount val="81"/>
                <c:pt idx="0">
                  <c:v>0.2</c:v>
                </c:pt>
                <c:pt idx="1">
                  <c:v>0.235</c:v>
                </c:pt>
                <c:pt idx="2">
                  <c:v>0.119</c:v>
                </c:pt>
                <c:pt idx="3">
                  <c:v>0.349</c:v>
                </c:pt>
                <c:pt idx="4">
                  <c:v>0.207</c:v>
                </c:pt>
                <c:pt idx="5">
                  <c:v>0.492</c:v>
                </c:pt>
                <c:pt idx="6">
                  <c:v>0.758</c:v>
                </c:pt>
                <c:pt idx="7">
                  <c:v>0.77</c:v>
                </c:pt>
                <c:pt idx="8">
                  <c:v>1.029</c:v>
                </c:pt>
                <c:pt idx="9">
                  <c:v>0.811</c:v>
                </c:pt>
                <c:pt idx="10">
                  <c:v>0.495</c:v>
                </c:pt>
                <c:pt idx="11">
                  <c:v>0.416</c:v>
                </c:pt>
                <c:pt idx="12">
                  <c:v>0.303</c:v>
                </c:pt>
                <c:pt idx="13">
                  <c:v>0.155</c:v>
                </c:pt>
                <c:pt idx="14">
                  <c:v>0.122</c:v>
                </c:pt>
                <c:pt idx="15">
                  <c:v>-0.044</c:v>
                </c:pt>
                <c:pt idx="16">
                  <c:v>-0.115</c:v>
                </c:pt>
                <c:pt idx="17">
                  <c:v>-0.022</c:v>
                </c:pt>
                <c:pt idx="18">
                  <c:v>0.077</c:v>
                </c:pt>
                <c:pt idx="19">
                  <c:v>0.216</c:v>
                </c:pt>
                <c:pt idx="20">
                  <c:v>0.425</c:v>
                </c:pt>
                <c:pt idx="21">
                  <c:v>0.3</c:v>
                </c:pt>
                <c:pt idx="22">
                  <c:v>0.23</c:v>
                </c:pt>
                <c:pt idx="23">
                  <c:v>0.285</c:v>
                </c:pt>
                <c:pt idx="24">
                  <c:v>0.32</c:v>
                </c:pt>
                <c:pt idx="25">
                  <c:v>0.721</c:v>
                </c:pt>
                <c:pt idx="26">
                  <c:v>0.379</c:v>
                </c:pt>
                <c:pt idx="27">
                  <c:v>0.107</c:v>
                </c:pt>
                <c:pt idx="28">
                  <c:v>0.242</c:v>
                </c:pt>
                <c:pt idx="29">
                  <c:v>0.145</c:v>
                </c:pt>
                <c:pt idx="30">
                  <c:v>-0.267</c:v>
                </c:pt>
                <c:pt idx="31">
                  <c:v>-0.292</c:v>
                </c:pt>
                <c:pt idx="32">
                  <c:v>-0.142</c:v>
                </c:pt>
                <c:pt idx="33">
                  <c:v>-0.17</c:v>
                </c:pt>
                <c:pt idx="34">
                  <c:v>-0.209</c:v>
                </c:pt>
                <c:pt idx="35">
                  <c:v>-0.416</c:v>
                </c:pt>
                <c:pt idx="36">
                  <c:v>-0.537</c:v>
                </c:pt>
                <c:pt idx="37">
                  <c:v>-0.459</c:v>
                </c:pt>
                <c:pt idx="38">
                  <c:v>-0.477</c:v>
                </c:pt>
                <c:pt idx="39">
                  <c:v>-0.547</c:v>
                </c:pt>
                <c:pt idx="40">
                  <c:v>-0.236</c:v>
                </c:pt>
                <c:pt idx="41">
                  <c:v>0.059</c:v>
                </c:pt>
                <c:pt idx="42">
                  <c:v>0.348</c:v>
                </c:pt>
                <c:pt idx="43">
                  <c:v>0.114</c:v>
                </c:pt>
                <c:pt idx="44">
                  <c:v>-0.154</c:v>
                </c:pt>
                <c:pt idx="45">
                  <c:v>-0.105</c:v>
                </c:pt>
                <c:pt idx="46">
                  <c:v>-0.225</c:v>
                </c:pt>
                <c:pt idx="47">
                  <c:v>-0.526</c:v>
                </c:pt>
                <c:pt idx="48">
                  <c:v>-0.636</c:v>
                </c:pt>
                <c:pt idx="49">
                  <c:v>-0.42</c:v>
                </c:pt>
                <c:pt idx="50">
                  <c:v>-0.408</c:v>
                </c:pt>
                <c:pt idx="51">
                  <c:v>-0.213</c:v>
                </c:pt>
                <c:pt idx="52">
                  <c:v>-0.495</c:v>
                </c:pt>
                <c:pt idx="53">
                  <c:v>-0.673</c:v>
                </c:pt>
                <c:pt idx="54">
                  <c:v>-0.678</c:v>
                </c:pt>
                <c:pt idx="55">
                  <c:v>-0.455</c:v>
                </c:pt>
                <c:pt idx="56">
                  <c:v>-0.547</c:v>
                </c:pt>
                <c:pt idx="57">
                  <c:v>-1.067</c:v>
                </c:pt>
                <c:pt idx="58">
                  <c:v>-0.814</c:v>
                </c:pt>
                <c:pt idx="59">
                  <c:v>-0.871</c:v>
                </c:pt>
                <c:pt idx="60">
                  <c:v>-0.932</c:v>
                </c:pt>
                <c:pt idx="61">
                  <c:v>-1.24</c:v>
                </c:pt>
                <c:pt idx="62">
                  <c:v>-1.198</c:v>
                </c:pt>
                <c:pt idx="63">
                  <c:v>-1.387</c:v>
                </c:pt>
                <c:pt idx="64">
                  <c:v>-1.176</c:v>
                </c:pt>
                <c:pt idx="65">
                  <c:v>-1.288</c:v>
                </c:pt>
                <c:pt idx="66">
                  <c:v>-1.61</c:v>
                </c:pt>
                <c:pt idx="67">
                  <c:v>-1.422</c:v>
                </c:pt>
                <c:pt idx="68">
                  <c:v>-1.554</c:v>
                </c:pt>
                <c:pt idx="69">
                  <c:v>-1.26</c:v>
                </c:pt>
                <c:pt idx="70">
                  <c:v>-1.356</c:v>
                </c:pt>
                <c:pt idx="71">
                  <c:v>-1.405</c:v>
                </c:pt>
                <c:pt idx="72">
                  <c:v>-1.084</c:v>
                </c:pt>
                <c:pt idx="73">
                  <c:v>-1.173</c:v>
                </c:pt>
                <c:pt idx="74">
                  <c:v>-1.122</c:v>
                </c:pt>
                <c:pt idx="75">
                  <c:v>-1.567</c:v>
                </c:pt>
                <c:pt idx="76">
                  <c:v>-1.072</c:v>
                </c:pt>
                <c:pt idx="77">
                  <c:v>-0.805</c:v>
                </c:pt>
                <c:pt idx="78">
                  <c:v>-0.728</c:v>
                </c:pt>
                <c:pt idx="79">
                  <c:v>-0.603</c:v>
                </c:pt>
                <c:pt idx="80">
                  <c:v>-0.468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5"/>
          <c:min val="-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λ = 0.3</c:v>
          </c:tx>
          <c:spPr>
            <a:ln xmlns:a="http://schemas.openxmlformats.org/drawingml/2006/main" w="38100">
              <a:solidFill>
                <a:srgbClr val="4EA8D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0.33</c:v>
                </c:pt>
                <c:pt idx="1">
                  <c:v>0.67</c:v>
                </c:pt>
                <c:pt idx="2">
                  <c:v>1</c:v>
                </c:pt>
                <c:pt idx="3">
                  <c:v>1.33</c:v>
                </c:pt>
                <c:pt idx="4">
                  <c:v>1.67</c:v>
                </c:pt>
                <c:pt idx="5">
                  <c:v>2</c:v>
                </c:pt>
              </c:numCache>
            </c:numRef>
          </c:yVal>
        </c:ser>
        <c:ser>
          <c:idx val="1"/>
          <c:order val="1"/>
          <c:tx>
            <c:v>λ = 0.6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0.17</c:v>
                </c:pt>
                <c:pt idx="1">
                  <c:v>0.33</c:v>
                </c:pt>
                <c:pt idx="2">
                  <c:v>0.5</c:v>
                </c:pt>
                <c:pt idx="3">
                  <c:v>0.67</c:v>
                </c:pt>
                <c:pt idx="4">
                  <c:v>0.83</c:v>
                </c:pt>
                <c:pt idx="5">
                  <c:v>1</c:v>
                </c:pt>
              </c:numCache>
            </c:numRef>
          </c:yVal>
        </c:ser>
        <c:ser>
          <c:idx val="2"/>
          <c:order val="2"/>
          <c:tx>
            <c:v>λ = 1.2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C4A7FF"/>
              </a:solidFill>
            </c:spPr>
          </c:marker>
          <c:xVal>
            <c:numRef>
              <c:f>'Chart Data'!$E$2:$E$7</c:f>
              <c:numCache>
                <c:formatCode>General</c:formatCode>
                <c:ptCount val="6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</c:numCache>
            </c:numRef>
          </c:xVal>
          <c:yVal>
            <c:numRef>
              <c:f>'Chart Data'!$F$2:$F$7</c:f>
              <c:numCache>
                <c:formatCode>General</c:formatCode>
                <c:ptCount val="6"/>
                <c:pt idx="0">
                  <c:v>0.08</c:v>
                </c:pt>
                <c:pt idx="1">
                  <c:v>0.17</c:v>
                </c:pt>
                <c:pt idx="2">
                  <c:v>0.25</c:v>
                </c:pt>
                <c:pt idx="3">
                  <c:v>0.33</c:v>
                </c:pt>
                <c:pt idx="4">
                  <c:v>0.42</c:v>
                </c:pt>
                <c:pt idx="5">
                  <c:v>0.5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стационарная дисперсия D/λ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0.62"/>
          <c:min val="0.0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ошибка</c:v>
          </c:tx>
          <c:spPr>
            <a:solidFill xmlns:a="http://schemas.openxmlformats.org/drawingml/2006/main">
              <a:srgbClr val="48CAE4"/>
            </a:solidFill>
          </c:spPr>
          <c:cat>
            <c:strRef>
              <c:f>'Chart Data'!$A$2:$A$5</c:f>
              <c:strCache>
                <c:ptCount val="4"/>
                <c:pt idx="0">
                  <c:v>Δt</c:v>
                </c:pt>
                <c:pt idx="1">
                  <c:v>Δt/2</c:v>
                </c:pt>
                <c:pt idx="2">
                  <c:v>Δt/4</c:v>
                </c:pt>
                <c:pt idx="3">
                  <c:v>Δt/8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0.08</c:v>
                </c:pt>
                <c:pt idx="1">
                  <c:v>0.04</c:v>
                </c:pt>
                <c:pt idx="2">
                  <c:v>0.02</c:v>
                </c:pt>
                <c:pt idx="3">
                  <c:v>0.01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ошибка относительно эталона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нижняя граница</c:v>
          </c:tx>
          <c:spPr>
            <a:ln xmlns:a="http://schemas.openxmlformats.org/drawingml/2006/main" w="19050">
              <a:solidFill>
                <a:srgbClr val="607A92"/>
              </a:solidFill>
              <a:prstDash val="dash"/>
            </a:ln>
          </c:spPr>
          <c:marker>
            <c:symbol val="none"/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'Chart Data'!$B$2:$B$10</c:f>
              <c:numCache>
                <c:formatCode>General</c:formatCode>
                <c:ptCount val="9"/>
                <c:pt idx="0">
                  <c:v>0.13</c:v>
                </c:pt>
                <c:pt idx="1">
                  <c:v>0.458</c:v>
                </c:pt>
                <c:pt idx="2">
                  <c:v>0.63</c:v>
                </c:pt>
                <c:pt idx="3">
                  <c:v>0.736</c:v>
                </c:pt>
                <c:pt idx="4">
                  <c:v>0.807</c:v>
                </c:pt>
                <c:pt idx="5">
                  <c:v>0.859</c:v>
                </c:pt>
                <c:pt idx="6">
                  <c:v>0.898</c:v>
                </c:pt>
                <c:pt idx="7">
                  <c:v>0.929</c:v>
                </c:pt>
                <c:pt idx="8">
                  <c:v>0.954</c:v>
                </c:pt>
              </c:numCache>
            </c:numRef>
          </c:yVal>
        </c:ser>
        <c:ser>
          <c:idx val="1"/>
          <c:order val="1"/>
          <c:tx>
            <c:v>прогноз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'Chart Data'!$D$2:$D$10</c:f>
              <c:numCache>
                <c:formatCode>General</c:formatCode>
                <c:ptCount val="9"/>
                <c:pt idx="0">
                  <c:v>0.2</c:v>
                </c:pt>
                <c:pt idx="1">
                  <c:v>0.528</c:v>
                </c:pt>
                <c:pt idx="2">
                  <c:v>0.7</c:v>
                </c:pt>
                <c:pt idx="3">
                  <c:v>0.806</c:v>
                </c:pt>
                <c:pt idx="4">
                  <c:v>0.877</c:v>
                </c:pt>
                <c:pt idx="5">
                  <c:v>0.929</c:v>
                </c:pt>
                <c:pt idx="6">
                  <c:v>0.968</c:v>
                </c:pt>
                <c:pt idx="7">
                  <c:v>0.999</c:v>
                </c:pt>
                <c:pt idx="8">
                  <c:v>1.024</c:v>
                </c:pt>
              </c:numCache>
            </c:numRef>
          </c:yVal>
        </c:ser>
        <c:ser>
          <c:idx val="2"/>
          <c:order val="2"/>
          <c:tx>
            <c:v>верхняя граница</c:v>
          </c:tx>
          <c:spPr>
            <a:ln xmlns:a="http://schemas.openxmlformats.org/drawingml/2006/main" w="19050">
              <a:solidFill>
                <a:srgbClr val="607A92"/>
              </a:solidFill>
              <a:prstDash val="dash"/>
            </a:ln>
          </c:spPr>
          <c:marker>
            <c:symbol val="none"/>
          </c:marker>
          <c:xVal>
            <c:numRef>
              <c:f>'Chart Data'!$E$2:$E$10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'Chart Data'!$F$2:$F$10</c:f>
              <c:numCache>
                <c:formatCode>General</c:formatCode>
                <c:ptCount val="9"/>
                <c:pt idx="0">
                  <c:v>0.27</c:v>
                </c:pt>
                <c:pt idx="1">
                  <c:v>0.598</c:v>
                </c:pt>
                <c:pt idx="2">
                  <c:v>0.77</c:v>
                </c:pt>
                <c:pt idx="3">
                  <c:v>0.876</c:v>
                </c:pt>
                <c:pt idx="4">
                  <c:v>0.947</c:v>
                </c:pt>
                <c:pt idx="5">
                  <c:v>0.999</c:v>
                </c:pt>
                <c:pt idx="6">
                  <c:v>1.038</c:v>
                </c:pt>
                <c:pt idx="7">
                  <c:v>1.069</c:v>
                </c:pt>
                <c:pt idx="8">
                  <c:v>1.094</c:v>
                </c:pt>
              </c:numCache>
            </c:numRef>
          </c:yVal>
        </c:ser>
        <c:ser>
          <c:idx val="3"/>
          <c:order val="3"/>
          <c:tx>
            <c:v>валидационные данные</c:v>
          </c:tx>
          <c:spPr>
            <a:ln xmlns:a="http://schemas.openxmlformats.org/drawingml/2006/main" w="9525">
              <a:solidFill>
                <a:srgbClr val="FF7B7B"/>
              </a:solidFill>
              <a:prstDash val="dot"/>
            </a:ln>
          </c:spPr>
          <c:marker>
            <c:symbol val="circle"/>
            <c:size val="7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Data'!$G$2:$G$10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'Chart Data'!$H$2:$H$10</c:f>
              <c:numCache>
                <c:formatCode>General</c:formatCode>
                <c:ptCount val="9"/>
                <c:pt idx="0">
                  <c:v>0.21</c:v>
                </c:pt>
                <c:pt idx="1">
                  <c:v>0.508</c:v>
                </c:pt>
                <c:pt idx="2">
                  <c:v>0.73</c:v>
                </c:pt>
                <c:pt idx="3">
                  <c:v>0.796</c:v>
                </c:pt>
                <c:pt idx="4">
                  <c:v>0.897</c:v>
                </c:pt>
                <c:pt idx="5">
                  <c:v>0.909</c:v>
                </c:pt>
                <c:pt idx="6">
                  <c:v>0.978</c:v>
                </c:pt>
                <c:pt idx="7">
                  <c:v>1.024</c:v>
                </c:pt>
                <c:pt idx="8">
                  <c:v>1.009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отклик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8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условие эксперимента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BAF4-1B27-4104-AA2F-B412E99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AC796-BD40-4543-A9F3-1AE712F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5E1C4-B609-48E8-A7A2-E80B8F6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МОДЕЛИРОВАНИЕ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DD1A3-27A0-4DE0-8071-0EAC3B8D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Научное и</a:t>
            </a:r>
          </a:p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стохастическое</a:t>
            </a:r>
          </a:p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моделирование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6EBDC-6A00-4DAF-A58F-F6595EE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От механизма и параметров к проверяемому прогнозу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96100" y="1123950"/>
          <a:ext xmlns:a="http://schemas.openxmlformats.org/drawingml/2006/main" cx="46291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3be4b3235b492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64F83-FFC0-4F2B-8ED8-6B43BD9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Лекция · 38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1474060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75B58-90DF-4B33-84BB-ED47CA58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738DF-A5A3-4B9A-96CB-DB34BF78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05A8-DAF2-4A1C-95A6-A820883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ОБЩАЯ СХЕМА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71C48-E26A-4C7F-A87A-BAB6D66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ПЯТЬ СВЯЗАННЫХ ЗАДАЧ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C94E5-63BB-45BA-B5CC-B1EEA81E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Жизненный цикл вычислительной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F15F3-6460-4F13-9FA0-94241B1F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F048F-A2F1-4DF5-9032-13BA8E2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Вопрос и область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5ADB8-6FE1-48FD-98EF-FF993CA6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DB02B-9223-4A3A-8D48-B002078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6FD67-B8D4-4508-BA19-0378A86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B8F90-0E90-455D-8B25-72C65DC5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Механизм и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30E51-C323-46DB-BBB6-AE1F5BF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718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C7D00-5BD8-4E4E-83A0-9BF176D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1C5DE-E3DF-4FAD-851F-78285A6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558D1-4FBB-4AF6-9BB4-3B2CBAB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 параметров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DECF0-D3ED-4D98-9221-DC0155D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C4E62-D4B1-4DCE-BD52-DB595FF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DEF5C-D111-4A0A-8794-D60E447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2C54C-34E3-4D2C-B698-7FAF15E7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48990-5D76-4104-B01F-4B911A0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EB690-439F-4F32-9B9F-49073C5A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54649-0A61-47AD-95C6-9DCF9A05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50495-229E-499F-93DB-C34415C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V&amp;V и вывод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98A2A-9406-42D9-A71A-632ADEDE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718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5E396-13F7-4018-9E9C-C0A27D0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Калибровка параметров, анализ неопределённости и проверка модели относятся к одной постановке задачи.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1D7C1-7A9C-4F55-BE27-73EFB654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67350"/>
            <a:ext cx="7391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DD90E-EC77-4954-8E06-2321621B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673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Область применимости фиксируют до интерпретации прогноза</a:t>
            </a:r>
          </a:p>
        </p:txBody>
      </p:sp>
    </p:spTree>
    <p:extLst>
      <p:ext uri="{BB962C8B-B14F-4D97-AF65-F5344CB8AC3E}">
        <p14:creationId xmlns:p14="http://schemas.microsoft.com/office/powerpoint/2010/main" val="1744920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87875-5C54-4756-A74B-988F56FC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71A43-874E-4A87-A9F9-E5A0E6A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11A8B-0BFE-4F3B-952B-08DBB592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ТИПЫ МОДЕЛЕЙ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28F0-B52C-4B0A-9E1A-6A15522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РАЗНЫЕ ИСТОЧНИКИ 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ABAAB-6027-4360-8088-E1118F83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Механистические и стохастические модели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42950" y="1562100"/>
          <a:ext xmlns:a="http://schemas.openxmlformats.org/drawingml/2006/main" cx="10744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686050"/>
                <a:gridCol w="2686050"/>
                <a:gridCol w="2686050"/>
              </a:tblGrid>
              <a:tr h="6667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Что задаёт модель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Что получают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Главный риск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667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механистическая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балансы и причинные связи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траектории состояний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неполный механизм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667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эмпирическая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форма связи в данных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интерполяцию и прогноз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экстраполяция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667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стохастическая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законы переходов и шум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распределение траекторий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неверная модель шума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6675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гибридная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механизм плюс случайные эффекты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условный прогноз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смешение источников вариации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8639D-B8CF-46B1-8C28-32E05F6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76850"/>
            <a:ext cx="861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Выбор класса следует из научного вопроса, доступных наблюдений и масштаба описания.</a:t>
            </a:r>
          </a:p>
        </p:txBody>
      </p:sp>
    </p:spTree>
    <p:extLst>
      <p:ext uri="{BB962C8B-B14F-4D97-AF65-F5344CB8AC3E}">
        <p14:creationId xmlns:p14="http://schemas.microsoft.com/office/powerpoint/2010/main" val="541528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3A09D-7FED-4CF2-8131-D17541C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B85AC-011E-4FB1-8BAB-17CA0D2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65B71-3575-4F2D-99B1-8FB5077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ПОСТАНОВКА ЗАДАЧИ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C4FF8-371A-4BD3-AABF-FBD2E6B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ДО ЗАПИСИ УРАВНЕНИЙ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7B0D0-60A3-4C6B-8057-ABCB244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Научный вопрос задаёт границы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13E36-848E-48C5-9804-1A56527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43287-11F0-4CF4-AE94-5B1C454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AE31C-B960-46FA-87E9-52C2EF6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47800"/>
            <a:ext cx="689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что входит в объект и что считается внешней средой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6657B-2FF5-4F25-800C-1D6497E9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8E6EC-F051-43DD-8CB5-AE2DC17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Масштаб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49E09-453D-42D0-BAC8-E9DE56E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689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пространство, время и уровень описания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6163F-E856-4D8C-AF13-DA772A2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075BD-A650-4526-93DF-F39FEE7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Наблюдения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81C3E-9F04-4D09-8116-9AA27162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689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какие величины измеряются напрямую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83EB9-E95B-46B9-A815-B3C468B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BD0F4-3561-4537-8E63-E868914C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957BB-6125-414F-9821-9196CAD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76700"/>
            <a:ext cx="689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какие величины известны, оцениваются или варьируются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A30AA-B40B-484D-8E6A-381E479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58093-40AE-4BC6-B9F8-4599A1CD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Критерий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54797-F72A-475A-9920-342AFCA4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689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какая точность достаточна для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102333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7FFFE-2442-4A4E-BDE5-3B9196B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C394-343A-456B-BD23-32D358C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597C2-FEF7-4852-BA59-31D41A08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ПОСТАНОВКА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9E4D4-E760-432B-9471-D32DA37A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СОСТОЯНИЯ, ПАРАМЕТРЫ И НАБЛЮДЕНИЯ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074A4-7AF0-404A-9F20-C440042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Структура механистической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EA94E-1889-4078-80F5-44BCEFC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476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8D42-41EF-4539-99F2-49A73D3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dx/dt = f(t, x, θ, u)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EFD04-E8BD-4F2A-AAED-D82B696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0200"/>
            <a:ext cx="4476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2395F-9D8E-4DBD-B926-B9C11D16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02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ŷ = h(x, θ) + 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36C44-6BE9-4CEC-9524-75F55D90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Динамика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F4B1-EA38-4932-9895-B39F3914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x задаёт состояние системы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u описывает внешнее воздействие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θ содержит параметры механизма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0D20-66AA-4B85-A4C1-9CAD853C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4EE5F-7F51-41A7-B735-AC797584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4057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h связывает состояние с прибором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ε описывает ошибку измерения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ŷ сравнивается с экспериментом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8082D-76BC-4279-BD04-769E97A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81650"/>
            <a:ext cx="7048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9CF01-3454-4F69-8FE9-8613002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816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Наблюдаемая величина может отличаться от переменной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1965370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247B-39CA-4E81-8B5E-DDB9559B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3E870-A731-4D2F-A3D8-6485D808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A55C-2A00-4E1F-88B3-AD95A9D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4BC71-58DD-4DB8-90C5-6A6BC7E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0A8AD-CD3C-41CA-B48F-D597A70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Механистическая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B70A6-5F2F-493D-AD02-4873755B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Балансы, допущения и численное 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33424-E38E-49A8-B1DC-8711A41B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66424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0D606-24AA-498D-B691-BB8C7220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DB37-058F-4372-BB0F-1BB5B1C9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B13B1-4D8C-4193-9F88-4CF8079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БАЛАНС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DED67-CDD4-4AB8-8B61-C211C39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УНИВЕРСАЛЬНАЯ ЗАПИСЬ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7F79-EAE6-448E-B2C7-CF19BD5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Баланс определяет изменение состояния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FA2D6-98B1-4CCF-95CE-4DA6203D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99060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3B109-B276-4302-977B-B7C21989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накопление = приток − отток + образование − расход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79FA9-2BF8-466B-8E2B-B967B9A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Пример для концентрации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946EF-5941-437C-A2C6-58023EB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5619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7D2E2-4292-4D01-A763-F2E4E66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dCₐ/dt = q/V · (Cₐ,in − Cₐ) − kCₐ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B99A3-4D3B-490C-B8C1-1174BC6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q/V задаёт обмен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k задаёт реакционный расход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начальное условие фиксирует Cₐ(0)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34803-3883-4EBA-99AB-3EA34B3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6477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A03A3-84C0-4321-B436-F22E8B0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Каждый член уравнения должен иметь одинаковые единицы</a:t>
            </a:r>
          </a:p>
        </p:txBody>
      </p:sp>
    </p:spTree>
    <p:extLst>
      <p:ext uri="{BB962C8B-B14F-4D97-AF65-F5344CB8AC3E}">
        <p14:creationId xmlns:p14="http://schemas.microsoft.com/office/powerpoint/2010/main" val="1624050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5DABA-D7D0-4F61-9583-CF2DAA2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68384-1A58-4C48-A349-4652E92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0B373-AA43-4810-A2B5-01E1638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СПЕЦИФИКАЦИЯ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944A8-AC01-46BB-8A93-CC389D7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ПРОВЕРЯЕМЫЕ ЭЛЕМЕНТЫ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A4D5C-1A4F-4FC7-9679-EC92EA99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Спецификация модели до вычисления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028700" y="1466850"/>
          <a:ext xmlns:a="http://schemas.openxmlformats.org/drawingml/2006/main" cx="101346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8200"/>
                <a:gridCol w="3378200"/>
                <a:gridCol w="3378200"/>
              </a:tblGrid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Элемент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состояния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Cₐ, T, масса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полнота и единицы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параметры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k, D, γ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знак и допустимый диапазон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начальные условия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Cₐ(0)=C₀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соответствие эксперименту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границы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поток или температура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физический смысл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наблюдение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сигнал = aCₐ+b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связь с прибором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76943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область применения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T=290–320 K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запрет скрытой экстраполяции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9388-B286-47C2-8267-181D41B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34050"/>
            <a:ext cx="66294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74FA3-1634-438C-AD32-3E02A2B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340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Допущения входят в модель наравне с уравнениями</a:t>
            </a:r>
          </a:p>
        </p:txBody>
      </p:sp>
    </p:spTree>
    <p:extLst>
      <p:ext uri="{BB962C8B-B14F-4D97-AF65-F5344CB8AC3E}">
        <p14:creationId xmlns:p14="http://schemas.microsoft.com/office/powerpoint/2010/main" val="698714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4DBB7-F345-4952-9D16-71E33CB6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9F104-D454-4208-BDB8-54679AD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545FB-6F8B-4DB8-854C-20655E7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ПРИМЕР МЕХАНИЗМА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3B903-4912-4BEB-A6F8-54E4C7D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АНАЛИТИЧЕСКИЙ ОРИЕНТИР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571B9-4B23-4275-B5DB-10622A46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Кинетика первого порядка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4b3a3692504e2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998D6-B401-445F-B9E8-5698A9A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2952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FA2AC-354D-4D91-8A60-DF29415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dC/dt = −k(C − C∞)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730BE-B26C-4D78-84BC-80D86D8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4861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372C1-855B-460B-AA56-DC77349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486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C(t)=C∞+(C₀−C∞)e⁻ᵏᵗ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E8F5F-70C0-462B-9536-9532A25D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k задаёт временной масштаб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C∞ задаёт предел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аналитическое решение проверяет код</a:t>
            </a:r>
          </a:p>
        </p:txBody>
      </p:sp>
    </p:spTree>
    <p:extLst>
      <p:ext uri="{BB962C8B-B14F-4D97-AF65-F5344CB8AC3E}">
        <p14:creationId xmlns:p14="http://schemas.microsoft.com/office/powerpoint/2010/main" val="1030289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760D3-1568-4721-A497-19FF78FB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7AD0F-54C7-4EB5-AB4A-1B5F836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C0418-E3D7-46B6-B531-9D59BF44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ЧИСЛЕННОЕ РЕШЕНИЕ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14C96-9F17-410B-9584-37EC17F1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СОХРАНЯЮТСЯ НАСТРОЙКИ РЕШАТЕЛЯ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16322-B2E4-4CDB-9EF9-D5EB24B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решение ОДУ с solve_ivp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A298A-9B55-4476-8350-A22FEA2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001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scipy.integrate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solve_ivp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rhs(t, c, k, c_inf):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-k * (c - c_inf)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t = np.linspace(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101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sol = solve_ivp(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rhs, (t[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 t[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]), 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1.8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 t_eval=t,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args=(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0.42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0.15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 rtol=1e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-7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atol=1e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-9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assert sol.success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573E-646F-4392-BB9C-3A5BC22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Контроль расчёта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8C7F7-2B38-4152-8727-F66ABD7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9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единицы времени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начальное условие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rtol и atol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флаг success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число вычислений RHS</a:t>
            </a:r>
          </a:p>
        </p:txBody>
      </p:sp>
    </p:spTree>
    <p:extLst>
      <p:ext uri="{BB962C8B-B14F-4D97-AF65-F5344CB8AC3E}">
        <p14:creationId xmlns:p14="http://schemas.microsoft.com/office/powerpoint/2010/main" val="39147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A0A8C-3802-46E8-90BD-CDAB89EF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4C699-4206-4BB6-91AD-51E83F53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E509-D49B-4BCE-B917-F88362E9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ЧИСЛЕННАЯ ТОЧНОСТЬ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E1CA8-0856-4D13-92D5-D7AFA03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СРАВНЕНИЕ С АНАЛИТИЧЕСКИМ РЕШЕНИЕМ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2A70A-1097-4A8B-AEDE-881E0306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Сходимость по шагу отделяет ошибку решателя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b468be0e0346c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8078-7710-4E9F-9726-8D5E4BF6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Практический тест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02B90-6EF0-462E-8715-A4C3D5EB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609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уменьшить шаг или допуски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сравнить ключевой выход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оценить порядок сходимости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выбрать запас точности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ECD53-3A1D-47D0-AB72-B520EBFE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3238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FBFD0-7DCE-4FB9-ABC2-E6910B22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Численная ошибка должна быть меньше экспериментальной</a:t>
            </a:r>
          </a:p>
        </p:txBody>
      </p:sp>
    </p:spTree>
    <p:extLst>
      <p:ext uri="{BB962C8B-B14F-4D97-AF65-F5344CB8AC3E}">
        <p14:creationId xmlns:p14="http://schemas.microsoft.com/office/powerpoint/2010/main" val="8553165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3321F-FD83-4F0D-BA44-6135A7B5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5C44F-C978-4069-BB38-376BCDE0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14C70-4F11-4376-89D8-1EA659B0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A2C42-B058-4B2C-B79D-0C3A1133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62DC1-2F7F-4EEC-810D-A538B29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Нелинейная аппроксимация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34F2A-BD2B-4B52-93DA-82D3B4C6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Параметры, остатки и идентифицируемость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BA537-1CD8-4560-8867-9AADEBE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27378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73157-0A5F-47F0-9DA1-CB0F3A9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672F5-20A1-4A50-8665-740DB79C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F04DC-CF6B-4F30-8753-DF4698E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ОЦЕНКА ПАРАМЕТРОВ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40703-5EEB-412F-AE9A-4D3A99E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ФУНКЦИЯ ПОТЕРЬ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46FFA-8260-478D-8AD9-4C373F9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Эксперимент сравнивают с выходом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F9A0-4DF5-4ABA-8599-60669A4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47625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9AAA6-A127-430E-9DE1-2AD103A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rᵢ(θ) = [yᵢ − f(xᵢ, θ)] / σᵢ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74660-B455-4173-96AF-DEB1673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476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30CC5-112B-4435-92A7-7A1F0192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χ²(θ) = Σ rᵢ(θ)²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A06F1-F8F9-4F0B-966E-559FD5D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91C6-B81D-4016-8257-99D3E5C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задать θ₀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2F0D0-88CE-436A-B280-4419C9C4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53DE5-C42C-4BDA-B3BD-315B11B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95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E4010-0FBD-4837-A68B-B0EB4CC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62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решить 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EEB8A-6778-4CD4-90D6-95143B0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62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59261-CDFF-4229-B58B-9B2D879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53872-4800-4352-867E-9B6A4E2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вычислить остатки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3C6B7-1E11-4612-9719-DC3A773E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7B21F-2A05-496B-AED7-DC9F87A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813C7-3D78-4E58-B749-4112E356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обновить 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22F95-6BB6-4E9B-8317-D38C502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7545A-8A43-4B2F-9272-E0232FB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Оптимизатор оценивает параметры условно на выбранной модели ошибки</a:t>
            </a:r>
          </a:p>
        </p:txBody>
      </p:sp>
    </p:spTree>
    <p:extLst>
      <p:ext uri="{BB962C8B-B14F-4D97-AF65-F5344CB8AC3E}">
        <p14:creationId xmlns:p14="http://schemas.microsoft.com/office/powerpoint/2010/main" val="1846480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4273A-70E9-4980-9F67-F02F318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6D481-34E5-4F12-9908-8926705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46A74-F085-4B78-AF7F-F5D1801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НЕЛИНЕЙНАЯ АППРОКСИМАЦИЯ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B67CF-F034-4886-8B94-917A15B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СИНТЕТИЧЕСКИЙ ЭКСПЕРИМЕНТ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5923B-3630-4DF0-B3F4-D191EAFF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 параметров по кривой затухания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c57f79240485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33B58-EEC8-47BA-B050-7499A716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Оценки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EB9CC-23DE-4DC0-A491-FFAD728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C₀ = 1.83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0E7F5-C131-4827-A629-9E18DE4D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 = 0.435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C445-A0B5-42E7-B8D4-4E97053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C∞ = 0.148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2A387-6321-4B9B-87FB-7240F3B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857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9EA6F-E2AB-497B-88B2-A618477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Качество кривой проверяют по остаткам</a:t>
            </a:r>
          </a:p>
        </p:txBody>
      </p:sp>
    </p:spTree>
    <p:extLst>
      <p:ext uri="{BB962C8B-B14F-4D97-AF65-F5344CB8AC3E}">
        <p14:creationId xmlns:p14="http://schemas.microsoft.com/office/powerpoint/2010/main" val="6307563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33F06-4112-41A5-96F3-5EB02D3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43F0-25C1-4990-8410-8830502D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DB783-32F3-465E-9C1A-AE941AD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АППРОКСИМАЦИЯ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CE026-B77A-4A72-8E70-10092C15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CURVE_FIT С ВЕСАМИ И ГРАНИЦАМИ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7FE5-963B-4A75-8EA7-3877549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нелинейная аппроксимация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10D2-8BDF-4B17-ADE5-401FF7D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8305800" cy="4610100"/>
          </a:xfrm>
          <a:prstGeom xmlns:a="http://schemas.openxmlformats.org/drawingml/2006/main" prst="roundRect">
            <a:avLst>
              <a:gd name="adj" fmla="val 289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scipy.optimize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curve_fit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model(t, c0, k, c_inf):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c_inf + (c0 - c_inf) * np.exp(-k * t)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popt, pcov = curve_fit(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model, t, y, p0=(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1.5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0.3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sigma=sigma_y, absolute_sigma=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bounds=([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 [np.inf, np.inf, np.inf])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stderr = np.sqrt(np.diag(pcov))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CA37B-09FF-4F1C-BFDA-42D1AF3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Проверяют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7D62-7EFB-414C-9375-1B1732C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209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начальные оценки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границы параметров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масштаб σᵢ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ковариацию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условие Якобиана</a:t>
            </a:r>
          </a:p>
        </p:txBody>
      </p:sp>
    </p:spTree>
    <p:extLst>
      <p:ext uri="{BB962C8B-B14F-4D97-AF65-F5344CB8AC3E}">
        <p14:creationId xmlns:p14="http://schemas.microsoft.com/office/powerpoint/2010/main" val="14422477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B21C3-C20F-4C3A-B57D-9797BCA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6201-9849-4EA8-9FC6-F91DD15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EC45F-0A51-40B8-BD08-D6DDABB0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МОДЕЛЬ ОШИБКИ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D7865-B2A6-4F2C-A8D2-B9706E4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ИНТЕРПРЕТАЦИЯ Σᵢ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7F8A2-3945-4A87-B212-B2E56949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Веса зависят от модели измерительной ошибки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19150" y="1562100"/>
          <a:ext xmlns:a="http://schemas.openxmlformats.org/drawingml/2006/main" cx="72390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3000"/>
                <a:gridCol w="2413000"/>
                <a:gridCol w="2413000"/>
              </a:tblGrid>
              <a:tr h="65532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Следствие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5532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постоянная дисперсия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y−ŷ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равные веса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5532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известная σᵢ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(y−ŷ)/σᵢ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взвешенный χ²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5532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относительная ошибка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(y−ŷ)/ŷ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важен масштаб сигнала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5532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выбросы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робастная функция потерь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меньшее влияние больших ошибок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E1A26-59AD-4419-9457-0DC584BA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Ковариация параметров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2CF92-5358-4CAB-8EEB-E08674AF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857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F683-9B27-4031-87DE-A9FAEBE0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cov(θ̂) ≈ s²(JᵀJ)⁻¹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01E33-3BA8-40FD-A69A-0B26BD3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Эта аппроксимация отражает локальную форму функции потерь и требует различимых параметров.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6C956-B860-4EA5-A23E-749CBCA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86400"/>
            <a:ext cx="72771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C3EFD-5EA5-43C6-B654-E2D183E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86400"/>
            <a:ext cx="727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Малый стандартный остаток не гарантирует устойчивые параметры</a:t>
            </a:r>
          </a:p>
        </p:txBody>
      </p:sp>
    </p:spTree>
    <p:extLst>
      <p:ext uri="{BB962C8B-B14F-4D97-AF65-F5344CB8AC3E}">
        <p14:creationId xmlns:p14="http://schemas.microsoft.com/office/powerpoint/2010/main" val="17660638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E16AF-A275-4058-A736-2D31096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980C-56E5-4F29-8214-F9B8683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2A37D-400C-4CB2-886E-51A7022E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УСТОЙЧИВОСТЬ ОПТИМИЗАЦИИ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DB05F-E949-43FF-8CD2-2654E0D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ОДИН НАБОР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F42E-3E54-4B5A-91D0-F995705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Несколько стартов выявляют локальные минимумы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14668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7ccdda51c4eb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AF5FA-328F-42D2-9FB9-2C7BE544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Признаки проблемы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44DEB-52DB-42C5-85BA-FBBCA9E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разные решения из разных θ₀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 лежит на границе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большое число итераций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сильная зависимость от масштаба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50F53-812D-4A8E-95DF-19DE50A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24450"/>
            <a:ext cx="3333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348C3-573C-4942-A332-E76D0040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244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Физические границы должны отражать знания о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8448620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3960B-E8D0-4D0B-A5E7-0D0724FB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0E8AC-1C22-4779-8646-D2752EE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A14BF-AF8D-4BBE-B60D-612D0ED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АНАЛИЗ ОСТАТКОВ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2B3F5-2FB7-4219-AB30-4D2C89A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ВРЕМЯ И ПОРЯДОК НАБЛЮДЕНИЙ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BB8C6-6C9D-47C6-B6FD-77AC148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показывают структуру ошибки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0c54fd5cdc4e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C6EA7-01EF-4349-9AE9-DFAF24F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67A66-FA9E-4BFA-B595-AA784AA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38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тренд во времени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изменение разброса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серии одинакового знака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выбросы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связь с предсказанием</a:t>
            </a:r>
          </a:p>
        </p:txBody>
      </p:sp>
    </p:spTree>
    <p:extLst>
      <p:ext uri="{BB962C8B-B14F-4D97-AF65-F5344CB8AC3E}">
        <p14:creationId xmlns:p14="http://schemas.microsoft.com/office/powerpoint/2010/main" val="19165968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7F54C-F7DC-4CD3-975D-8A023E1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39157-00CA-4D87-B0AA-A4A3E58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3AD68-DD1A-478F-94F9-929450C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АНАЛИЗ ОСТАТКОВ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03C31-B095-429B-A34C-8EFA8C4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СИГНАЛЫ О ПЕРЕСМОТРЕ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FE6E-239D-4A98-B606-325B8A8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Типовые структуры в остатках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144780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4039613bf545b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FF049-1E9D-4BBB-92D2-243A61E3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Возможные причины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EF11B-6BCD-4EE8-9DC0-501C942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пропущенная динамика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дрейф прибора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неверная дисперсия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зависимые ошибки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 временной шкалы</a:t>
            </a:r>
          </a:p>
        </p:txBody>
      </p:sp>
    </p:spTree>
    <p:extLst>
      <p:ext uri="{BB962C8B-B14F-4D97-AF65-F5344CB8AC3E}">
        <p14:creationId xmlns:p14="http://schemas.microsoft.com/office/powerpoint/2010/main" val="7441131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E0277-B97E-486E-AA0F-06D309F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BB103-F907-45D9-9E6A-3F631CF2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265F0-C55A-49AA-9D17-BA5742E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СТРУКТУРНАЯ ОШИБКА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C9891-4F63-4348-B469-0B1AA687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ОДНО- И ДВУХЭКСПОНЕНЦИАЛЬНАЯ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EC54B-1552-4701-8848-7903D4EF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Дополнительный механизм меняет форму кривой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c455e3f7c140a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CDB61-5B01-43C8-8658-4E6E3E0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764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Выбор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68F74-12EF-4AC6-8E77-F6A454A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физический смысл механизма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без структуры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устойчивость параметров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проверка на новых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CB1C5-64D0-4198-BD72-527F05AE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3048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3967C-B533-4D30-A6C3-2472CF6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Сложность модели требует экспериментального основания</a:t>
            </a:r>
          </a:p>
        </p:txBody>
      </p:sp>
    </p:spTree>
    <p:extLst>
      <p:ext uri="{BB962C8B-B14F-4D97-AF65-F5344CB8AC3E}">
        <p14:creationId xmlns:p14="http://schemas.microsoft.com/office/powerpoint/2010/main" val="6610234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CE9A7-CF2C-4CF7-B883-5B83DA8D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62581-DB13-45ED-8E0D-20E2D5BE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6EDB5-D59F-4BAD-BBC4-4815CB03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ИДЕНТИФИЦИРУЕМОСТЬ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2CD12-CDAE-4868-8325-AA68539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ЧТО ОГРАНИЧИВАЕТ ПАРАМЕТРЫ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94B26-153D-4C99-A9A0-9633EBB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Структурная и практическая идентифицируемость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Вопрос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Структурная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Практическая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уравнения и наблюдаемые величины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объём, шум и дизайн данных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разные θ дают тот же идеальный выход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широкий или открытый интервал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Диагностика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аналитический анализ структуры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профиль правдоподобия, multistart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изменить параметризацию или наблюдения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275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данные в информативной области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72C0C-A8BE-4DC7-BE49-ABC1910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14950"/>
            <a:ext cx="872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Хорошее совпадение кривой с данными может сочетаться с неопределёнными параметрами.</a:t>
            </a:r>
          </a:p>
        </p:txBody>
      </p:sp>
    </p:spTree>
    <p:extLst>
      <p:ext uri="{BB962C8B-B14F-4D97-AF65-F5344CB8AC3E}">
        <p14:creationId xmlns:p14="http://schemas.microsoft.com/office/powerpoint/2010/main" val="20548059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EFAC5-2206-4156-BD3F-096935B5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38232-33EF-4104-939B-042AADC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AEF88-F2D7-4720-89C8-F0881BC1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ИДЕНТИФИЦИРУЕМОСТЬ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4D48D-2C2E-4635-9117-42D87E5A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АМПЛИТУДА И СКОРОСТЬ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A6D79-CE8F-415E-8E56-D59E22C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Коррелированные параметры образуют долину решений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714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008c06e7d74a3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E394F-BD46-47E5-8058-2819BA5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Интерпретация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CA5F3-DF1E-43F5-9FD5-876607B5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72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меняются совместно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диагональ cov велика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индивидуальные интервалы широки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прогноз может быть устойчивее 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F8DB6-FD0E-4445-92C1-642072DF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32194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EA004-8197-4F68-9B80-02042A44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Нужен эксперимент, различающий влияние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9252802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090D1-9CF0-44CB-A4EB-86F5685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F07F4-4A64-48A3-A247-0E2E9F9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A38DD-7A37-43D3-A8F3-D4F7FB2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ПРОФИЛЬ ПАРАМЕТРА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178AE-A8EE-4C80-97AB-A87A941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ПОВТОРНАЯ ОПТИМИЗАЦИЯ ОСТАЛЬНЫХ ПАРАМЕТРОВ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A14E6-EE81-47DC-AD6D-92A3D4D3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Профиль правдоподобия проверяет конечность интервала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ba8de54e5405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F0009-D489-4E9C-8854-C81155EF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Читают профиль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003D1-DD70-4945-BC7B-8479EA5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6289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минимум задаёт оценку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пересечения дают интервал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открытый профиль показывает проблему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асимметрия сохраняется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9835-2F4E-4DAB-BE43-6D7204BB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2004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BF81-7984-43DC-89D5-A708A472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Локальная ковариация может скрыть длинную долину</a:t>
            </a:r>
          </a:p>
        </p:txBody>
      </p:sp>
    </p:spTree>
    <p:extLst>
      <p:ext uri="{BB962C8B-B14F-4D97-AF65-F5344CB8AC3E}">
        <p14:creationId xmlns:p14="http://schemas.microsoft.com/office/powerpoint/2010/main" val="18215337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F31E5-2D9B-44A2-888D-157D5BE0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9C3B8-292E-425D-868E-7EA5E7D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E577E-24C4-44FA-9660-ADB4E09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132F-CAE2-4E85-AE22-A165C90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AED51-6A16-44C5-8E79-709137C4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Стохастическое моделирование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1D275-5898-40BF-8E5B-3D73924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Монте-Карло, блуждание и уравнение Ланжевена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16E64-1166-47E0-8F9F-AF113ED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71904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2BB35-A671-456F-A62F-D4D3BEF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4805E-E430-4557-8594-7014634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FF114-2C1D-4948-A370-6397BE3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МОНТЕ-КАРЛО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99727-D5B0-44F7-8331-24C6E99B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МЕТОД МОНТЕ-КАРЛО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8D408-D349-4315-8E81-A6AF6B65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Распространение распределений через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2BB6D-4C02-4D17-9A94-8153D0D6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17BB-BDF3-47B5-81AB-E6E5B155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Задать распределения входов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2D07F-35C5-4F33-88A8-22279F5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568EE-9DED-4BE9-83E1-37EB632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44BFF-9307-409B-85CD-7E9D2D7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C7BDB-F7E8-4651-B39B-70D596C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Учесть зависимости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D1F85-6031-42A9-B130-3A1058D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554A3-B1CC-452F-888B-455F30F1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97C06-4377-49AE-BBFA-E10A3157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37D51-8EDC-4D04-968C-CD7C7B6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Сгенерировать выборку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C38DE-3324-4B0A-9425-B7B8A59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67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38193-F33B-4C67-ADCB-680857E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E4EDD-2839-454A-B645-7A18476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76C96-C246-489E-A8EB-83FE4481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Вычислить выход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2F2F9-C670-4A94-AB7A-637AEBE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8053E-ED1D-45AF-8020-EBFE119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A8811-EBCE-4A54-8534-77D1BD8F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478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E202F-1C41-4305-8294-237B2A61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Оценить интервал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5D663-A608-4EC1-8210-0E4B584A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F0A8A-0026-4BE4-93C5-B25599B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148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Результат описывают распределением, квантилями и вероятностью выхода за предел.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BDE28-F80B-4E4A-8DB5-C527DCD6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67350"/>
            <a:ext cx="73533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54A8F-C6C3-4805-BBFA-B92FDB12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673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Корреляции входов сохраняют в совместном распределении</a:t>
            </a:r>
          </a:p>
        </p:txBody>
      </p:sp>
    </p:spTree>
    <p:extLst>
      <p:ext uri="{BB962C8B-B14F-4D97-AF65-F5344CB8AC3E}">
        <p14:creationId xmlns:p14="http://schemas.microsoft.com/office/powerpoint/2010/main" val="4746664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5A7CB-08EB-42AD-B295-188E9E7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0304-0D0E-4882-89E5-FC55E92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C9273-6A1E-4380-805A-0602BF33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НЕОПРЕДЕЛЁННОСТЬ МОНТЕ-КАРЛО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EC6C2-29DF-4D3A-AEB7-68EA9C45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T₁/₂ = LN2 /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478CA-9198-4830-8AC9-3FE9486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 k переходит в распределение периода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4780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8b6c9c9bde445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90329-066C-4B3D-92B6-585C6508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Сводка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7623-AACF-422B-AD37-04C29193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медиана  1.60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4C266-266C-4E68-846C-CD7A62C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95% интервал  1.32–2.00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A9DEC-D3DA-4408-80F1-E0C1D670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2435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Интервал может быть асимметричным даже при симметричном распределении входа.</a:t>
            </a:r>
          </a:p>
        </p:txBody>
      </p:sp>
    </p:spTree>
    <p:extLst>
      <p:ext uri="{BB962C8B-B14F-4D97-AF65-F5344CB8AC3E}">
        <p14:creationId xmlns:p14="http://schemas.microsoft.com/office/powerpoint/2010/main" val="8579805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2B256-7553-43D0-B5DE-B3770F0A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2468-ACCC-4AB9-90FB-C3B9EA5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DDAA5-30B0-4C35-9E9E-782FB88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СХОДИМОСТЬ МОНТЕ-КАРЛО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271B1-A93D-44B0-ACA2-F5057FA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ПОВТОРНЫЕ ОЦЕНКИ ПРИ РОСТЕ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E0C68-E38C-437D-871A-AC1631FC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Границы интервала стабилизируются медленнее медианы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429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051fa23e9540d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91D38-FEBA-4A6E-AC22-BE38EFA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Что фиксируют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61708-CCD6-4DB7-A5B8-ACF5485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571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генератор и seed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число реализаций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критерий сходимости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число неуспешных запусков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правила фильтрации</a:t>
            </a:r>
          </a:p>
        </p:txBody>
      </p:sp>
    </p:spTree>
    <p:extLst>
      <p:ext uri="{BB962C8B-B14F-4D97-AF65-F5344CB8AC3E}">
        <p14:creationId xmlns:p14="http://schemas.microsoft.com/office/powerpoint/2010/main" val="3096357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87674-517A-4848-BFAA-D3A8202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C31F5-87E4-4CE8-890C-B9D21B36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C72C2-F161-46F7-86A4-0A723B1D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СЛУЧАЙНОЕ БЛУЖДАНИЕ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2DA1F-C7B9-4D8F-92C0-022AA838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СУММА НЕЗАВИСИМЫХ ШАГОВ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90D59-0063-4E49-9BB2-56A3F4F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Дискретное случайное блуждание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865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2c8f7dabae471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80FEB-B70B-4013-8065-78DD001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95450"/>
            <a:ext cx="2381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EB25B-B33F-4A7C-AB40-76E3CA34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954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Xₙ = Σ ξᵢ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A9AE0-9F07-4CBA-A3DD-6EFA42D0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143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A40B8-692C-4CA3-8C46-588A409C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E[Xₙ]=0   Var[Xₙ]=n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CA60C-78F6-4EDB-A304-B194D01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Отдельная траектория непредсказуема, а ансамблевые характеристики воспроизводимы.</a:t>
            </a:r>
          </a:p>
        </p:txBody>
      </p:sp>
    </p:spTree>
    <p:extLst>
      <p:ext uri="{BB962C8B-B14F-4D97-AF65-F5344CB8AC3E}">
        <p14:creationId xmlns:p14="http://schemas.microsoft.com/office/powerpoint/2010/main" val="3755912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C4E7-0605-40C3-BA7B-13B6369E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0FF28-AD4A-4F5B-964B-F6031FD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D995F-DCE2-4D73-A6D4-F0698475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БРОУНОВСКОЕ ДВИЖЕНИЕ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1F592-AA57-4945-852E-4057F872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НОРМАЛЬНЫЕ ПРИРАЩЕНИЯ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79D97-FDBD-40DD-AF62-F58FA55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Броуновское движение как предел блуждания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fe4c7ac7304e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24C82-3968-450C-8CF5-55C1B3F1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476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58B2E-DA96-42CE-BAC0-86D5BA8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ΔW ~ N(0, Δt)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28F5E-708E-4481-9FA1-0EC698D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неперекрывающиеся приращения независимы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дисперсия растёт с интервалом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траектория непрерывна и негладка</a:t>
            </a:r>
          </a:p>
        </p:txBody>
      </p:sp>
    </p:spTree>
    <p:extLst>
      <p:ext uri="{BB962C8B-B14F-4D97-AF65-F5344CB8AC3E}">
        <p14:creationId xmlns:p14="http://schemas.microsoft.com/office/powerpoint/2010/main" val="3279007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A144C-3F0F-49ED-8677-627FE252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66E6A-0826-4957-8AA4-8122BCA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2D14B-1297-4452-99FF-3C7E99E3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БРОУНОВСКАЯ ДИФФУЗИЯ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C2AA-3FFE-45F6-8767-768DF890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ОЦЕНКА КОЭФФИЦИЕНТА ДИФФУЗИИ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AD577-DF30-41D5-947F-7490644C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Средний квадрат смещения растёт линейно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eabad4a1e0465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73134-F521-4D30-99B6-B57C933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3048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62D13-E674-4AA1-9AAA-D0357CEC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E[(Xₜ−X₀)²] = 2Dt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CC033-1FE2-4E79-920D-5B4A5787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Наклон оценивают на диапазоне, где локализация, границы и дрейф не искажают зависимость.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7E57E-C6BE-44D6-887A-1E0E549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2667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EA447-B14B-4544-87B4-17797FE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В d измерениях MSD = 2dDt</a:t>
            </a:r>
          </a:p>
        </p:txBody>
      </p:sp>
    </p:spTree>
    <p:extLst>
      <p:ext uri="{BB962C8B-B14F-4D97-AF65-F5344CB8AC3E}">
        <p14:creationId xmlns:p14="http://schemas.microsoft.com/office/powerpoint/2010/main" val="17430263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15326-526E-40FD-BF72-F3C2B864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689CB-96C9-4C68-8B5B-2745981F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53C34-84B6-475D-9545-508830C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УРАВНЕНИЕ ЛАНЖЕВЕНА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B2AB-7A02-4073-BC26-6D30F1A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ПЕРЕХОД К СТОХАСТИЧЕСКОМУ УРАВНЕНИЮ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2A40-8D69-403C-9354-610F022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Ланжевеновская модель соединяет силу и шум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485ED-C8B7-42A1-949C-E61A65C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9982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38994-69DC-4A8A-AA77-1008B92E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998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m dv/dt = F(x) − γv + √(2γkBT) ξ(t)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C5598-491A-4142-B822-3D3444B6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A3ABF-96E7-434B-8F77-9F45022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детерминированная сила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D765C-BBBE-4634-B4FB-51B94B7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−γv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9BFBC-392A-4614-B921-CD15EAB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вязкое сопротивление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75C38-2DC1-430F-BA84-F06B94F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ξ(t)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32F0E-DE2D-43A0-BE28-E342423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быстрые флуктуации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2F385-FD69-4EC0-874C-AE2E758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kBT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1FFFD-00AD-4A79-8C85-4C1EC0D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767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масштаб теплового шума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87F3F-8677-4AD9-991B-8BC808C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91150"/>
            <a:ext cx="68199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05A0E-1DDE-4751-80AF-710B46F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9115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Амплитуда шума и трение согласуются через температуру</a:t>
            </a:r>
          </a:p>
        </p:txBody>
      </p:sp>
    </p:spTree>
    <p:extLst>
      <p:ext uri="{BB962C8B-B14F-4D97-AF65-F5344CB8AC3E}">
        <p14:creationId xmlns:p14="http://schemas.microsoft.com/office/powerpoint/2010/main" val="2694309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46DB-8145-45BF-A66E-616AB66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11411-E76E-4BF7-A1F9-D22AF124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09E7F-7378-4B49-A42A-C72D9E6C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ЛАНЖЕВЕН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DE077-F911-4E63-99FA-FD20F759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ПЕРЕГРУЖЕННАЯ ЧАСТИЦА В ГАРМОНИЧЕСКОЙ ЛОВУШКЕ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DB965-81B9-4CA5-A489-E9F3D3FF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схема Эйлера–Маруямы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3262E-391F-4C0E-A8E1-68464614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8115300" cy="4629150"/>
          </a:xfrm>
          <a:prstGeom xmlns:a="http://schemas.openxmlformats.org/drawingml/2006/main" prst="roundRect">
            <a:avLst>
              <a:gd name="adj" fmla="val 28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rng = np.random.default_rng(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2026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dt, n = 1e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-3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20000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kappa, gamma, D =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1.2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2.0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0.35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x = np.empty(n)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x[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1.0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range(n -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):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drift = -(kappa / gamma) * x[i] * dt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noise = np.sqrt(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* D * dt) * rng.normal()</a:t>
            </a:r>
          </a:p>
          <a:p xmlns:a="http://schemas.openxmlformats.org/drawingml/2006/main">
            <a:pPr>
              <a:defRPr sz="12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x[i +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x[i] + drift + noise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C3481-30E3-4700-BF20-85ED658E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6670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9904B-0066-4070-8A67-8A17747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66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xₙ₊₁ = xₙ − (κ/γ)xₙΔt + √(2DΔt) ξₙ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621BC-4384-4515-AB12-D10D45F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1526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уменьшить Δt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сравнить статистики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фиксировать seed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проверить стационарность</a:t>
            </a:r>
          </a:p>
        </p:txBody>
      </p:sp>
    </p:spTree>
    <p:extLst>
      <p:ext uri="{BB962C8B-B14F-4D97-AF65-F5344CB8AC3E}">
        <p14:creationId xmlns:p14="http://schemas.microsoft.com/office/powerpoint/2010/main" val="3625420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E2669-6E63-4932-8029-D9DAC29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0E304-9509-4232-8D69-49602036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4FAB2-3BFD-4245-8E81-537D1C0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ВЫЧИСЛИТЕЛЬНЫЙ ПРИМЕР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0BE3F-DBE7-4929-BCCF-E7707722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ОРНШТЕЙН–УЛЕНБЕКОВСКИЙ ПРОЦЕСС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32EFB-B8E2-44C1-A76D-D8C7938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Ансамбль траекторий в гармонической ловушке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927809a0e471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2C5F6-CD52-43E3-A32A-6798D46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Проверяемые свойства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CFE63-B159-4EA9-B717-1BF0248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72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среднее стремится к нулю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дисперсия выходит на плато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автокорреляция затухает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интервал зависит от D и 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DCB3A-4D0C-4079-B46A-AB2ECE1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857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24021-5C61-4174-A9B6-DE8DF51F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Одна траектория не заменяет ансамбль</a:t>
            </a:r>
          </a:p>
        </p:txBody>
      </p:sp>
    </p:spTree>
    <p:extLst>
      <p:ext uri="{BB962C8B-B14F-4D97-AF65-F5344CB8AC3E}">
        <p14:creationId xmlns:p14="http://schemas.microsoft.com/office/powerpoint/2010/main" val="6487417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06174-1A82-4594-8C58-60358458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B44D8-C499-4AB9-A7D5-421BBE5A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9E8C7-DA73-4C19-82AA-4942299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2FD6A-AEB1-417B-A70E-AF4CB5B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01B47-8DB3-4D9C-9144-1C45BB8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Параметрическое исследование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5D794-E6E8-4FB4-BA93-5A8FE7D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Область режимов, верификация и экспериментальная валидация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18BBF-1525-44FC-8E59-470B9ADF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81131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B010-F746-4B99-854D-97ACAA7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AD7F8-4473-4245-B9FE-78D7DBF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B1CA9-6B25-42D0-BDD4-6DBD136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ПАРАМЕТРИЧЕСКОЕ ИССЛЕДОВАНИЕ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C347B-2238-493E-836A-996FDDC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КАРТА РЕЖИМОВ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95117-5310-4DA2-BA18-0FE4A985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исследуют в области, а не в одной точке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18cfb3d8ab403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CC907-649C-4115-A3B0-78430AD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57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Дизайн расчётов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A166E-3EFA-4F22-B274-4D5A95E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051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границы из физики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сетка для 1–2 параметров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латинский гиперкуб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Sobol для равномерного покрытия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повторы для стохастической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18345464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A52D0-2AC6-4A32-B404-464A647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BF6CB-7E5F-4667-B6F2-3821F0EF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A2429-81AD-43E0-BA02-432B751C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ВЕРИФИКАЦИЯ КОДА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BD6C1-8766-476C-9F38-D0623CA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КОД, ЧИСЛЕННЫЙ МЕТОД И ВОСПРОИЗВОДИМОСТЬ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81DB0-34ED-43CA-9453-BAE8151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Верификация проверяет реализацию уравнений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9860798cac44e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4FE25-704A-426D-8577-5FA4F257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Набор 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3BCB9-1969-4C9F-BED8-9498446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8003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аналитический частный случай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сходимость по шагу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балансы и инварианты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тесты размерностей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воспроизводимый seed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регрессионные тесты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6368D-6293-46EA-B716-0003592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0070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B51D5-1A7E-4A67-AC44-EFF45C71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007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Эталон сравнивают с вычислением, а не с ожиданием автора</a:t>
            </a:r>
          </a:p>
        </p:txBody>
      </p:sp>
    </p:spTree>
    <p:extLst>
      <p:ext uri="{BB962C8B-B14F-4D97-AF65-F5344CB8AC3E}">
        <p14:creationId xmlns:p14="http://schemas.microsoft.com/office/powerpoint/2010/main" val="7343882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0826-16B7-4595-9314-F6A6ECD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DF28C-771F-48BB-A61D-4E37484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6CF50-2C3A-47F1-B2EE-637A262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ВАЛИДАЦИЯ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EE561-089D-4E13-8B80-CB3B4776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ПРОВЕРКА В ЗАЯВЛЕННОЙ ОБЛАСТИ ПРИМЕНЕНИЯ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D39FC-01D0-44EF-A3FE-48199C7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Валидация использует независимый эксперимент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d1faa49113414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94C4-DA98-4B47-A71A-015AE72F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До сравнения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7400A-9BB3-4638-996D-6E98AA69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26479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фиксируют метрику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задают допустимое расхождение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отделяют калибровочные данные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проверяют диапазон факторов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документируют несоответствия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44AA7-EBF8-489A-83F8-A459EAB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3429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2DEDE-0C4A-4F76-A342-8C951343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Успех валидации относится к конкретной области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7523008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FDEC9-94B2-4C79-80BD-CC314BF0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C311C-E7AE-46A8-B4FA-1A9A668A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C97B7-0C07-4A75-916F-1458EBF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ИТОГИ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7329-D70E-4DA8-8E44-82C6A34A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30E80-6CAF-4C31-9E7F-E4DFDDA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Минимальный отчёт о вычислительной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5870C-FC1C-4F31-9D7F-6440B9A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C383D-EEFD-4C18-9212-F7F4C99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Постановка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43786-0649-4DC4-B39F-3F183C87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672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научный вопрос, область и наблюдаемые величины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BDDC4-984E-43B1-8D40-06340942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FCA0B-0CDB-42ED-827A-D36AFF6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Механизм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BD97F-C44B-4750-9782-7878E78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672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уравнения, допущения, условия и единицы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DCDED-73C6-4E58-A189-A4AED48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3277C-D6B2-4B65-9D98-D9A4D8F9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63DF-DB30-4978-8668-42F4EC3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672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метод оценки, остатки и идентифицируемость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16FE0-5F0F-433A-893F-41E3DB2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6AF33-FA2D-439E-A7B4-5228FB8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762C-F315-48B5-9415-E9706B7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76700"/>
            <a:ext cx="672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распределения входов, Монте-Карло и чувствительность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18675-9778-4D0D-9976-29033DE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FAE12-EC8E-447F-8A46-D9B7270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181EC-1E47-4056-9129-CE853434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672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верификация кода и независимая валидация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01314-B472-41F6-B318-284BDCEA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57850"/>
            <a:ext cx="80391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E8DD4-F0D5-42E4-B700-E3580BD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57850"/>
            <a:ext cx="803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Вывод ограничен моделью, данными и заявленной областью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70554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2026-09-22T22:08:57.9260000Z</dcterms:created>
  <dcterms:modified xsi:type="dcterms:W3CDTF">2026-09-22T22:08:57.9260000Z</dcterms:modified>
</coreProperties>
</file>